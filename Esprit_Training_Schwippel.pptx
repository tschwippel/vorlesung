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tif" ContentType="image/tiff"/>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80" r:id="rId4"/>
    <p:sldId id="279" r:id="rId5"/>
    <p:sldId id="275" r:id="rId6"/>
    <p:sldId id="274" r:id="rId7"/>
    <p:sldId id="278" r:id="rId8"/>
    <p:sldId id="264" r:id="rId9"/>
    <p:sldId id="271" r:id="rId10"/>
    <p:sldId id="265" r:id="rId11"/>
    <p:sldId id="266" r:id="rId12"/>
    <p:sldId id="267" r:id="rId13"/>
    <p:sldId id="281" r:id="rId14"/>
    <p:sldId id="272" r:id="rId15"/>
    <p:sldId id="269" r:id="rId16"/>
    <p:sldId id="284" r:id="rId17"/>
    <p:sldId id="282" r:id="rId18"/>
    <p:sldId id="273" r:id="rId19"/>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B1030"/>
    <a:srgbClr val="4C9DD6"/>
    <a:srgbClr val="26A7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1C1D008-2529-498C-BFF7-7E8D43CD6733}" v="1527" dt="2024-11-21T18:25:10.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3" autoAdjust="0"/>
    <p:restoredTop sz="95033" autoAdjust="0"/>
  </p:normalViewPr>
  <p:slideViewPr>
    <p:cSldViewPr snapToGrid="0">
      <p:cViewPr>
        <p:scale>
          <a:sx n="75" d="100"/>
          <a:sy n="75" d="100"/>
        </p:scale>
        <p:origin x="130" y="197"/>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bias Schwippel" userId="60502f33327bc102" providerId="LiveId" clId="{5E364BC5-9713-4A62-A33B-A74044CB2040}"/>
    <pc:docChg chg="undo custSel addSld delSld modSld sldOrd modMainMaster">
      <pc:chgData name="Tobias Schwippel" userId="60502f33327bc102" providerId="LiveId" clId="{5E364BC5-9713-4A62-A33B-A74044CB2040}" dt="2024-10-21T13:11:22.748" v="608" actId="20577"/>
      <pc:docMkLst>
        <pc:docMk/>
      </pc:docMkLst>
      <pc:sldChg chg="addSp delSp modSp mod">
        <pc:chgData name="Tobias Schwippel" userId="60502f33327bc102" providerId="LiveId" clId="{5E364BC5-9713-4A62-A33B-A74044CB2040}" dt="2024-10-21T11:55:30.162" v="253"/>
        <pc:sldMkLst>
          <pc:docMk/>
          <pc:sldMk cId="4093784006" sldId="256"/>
        </pc:sldMkLst>
        <pc:spChg chg="mod">
          <ac:chgData name="Tobias Schwippel" userId="60502f33327bc102" providerId="LiveId" clId="{5E364BC5-9713-4A62-A33B-A74044CB2040}" dt="2024-10-21T11:55:29.105" v="251" actId="404"/>
          <ac:spMkLst>
            <pc:docMk/>
            <pc:sldMk cId="4093784006" sldId="256"/>
            <ac:spMk id="3" creationId="{123C90C4-B50D-0E1E-DFF3-DB8D40D7DE54}"/>
          </ac:spMkLst>
        </pc:spChg>
        <pc:spChg chg="add mod">
          <ac:chgData name="Tobias Schwippel" userId="60502f33327bc102" providerId="LiveId" clId="{5E364BC5-9713-4A62-A33B-A74044CB2040}" dt="2024-10-21T11:50:30.050" v="133" actId="1076"/>
          <ac:spMkLst>
            <pc:docMk/>
            <pc:sldMk cId="4093784006" sldId="256"/>
            <ac:spMk id="5" creationId="{EC9F4C3B-C992-C43C-7E6A-AF0A390CDEF3}"/>
          </ac:spMkLst>
        </pc:spChg>
        <pc:spChg chg="add del mod">
          <ac:chgData name="Tobias Schwippel" userId="60502f33327bc102" providerId="LiveId" clId="{5E364BC5-9713-4A62-A33B-A74044CB2040}" dt="2024-10-21T11:55:30.162" v="253"/>
          <ac:spMkLst>
            <pc:docMk/>
            <pc:sldMk cId="4093784006" sldId="256"/>
            <ac:spMk id="6" creationId="{73FD75E3-7750-9419-3B07-E137C5A7F960}"/>
          </ac:spMkLst>
        </pc:spChg>
      </pc:sldChg>
      <pc:sldChg chg="addSp modSp mod">
        <pc:chgData name="Tobias Schwippel" userId="60502f33327bc102" providerId="LiveId" clId="{5E364BC5-9713-4A62-A33B-A74044CB2040}" dt="2024-10-21T12:01:20.515" v="481" actId="20577"/>
        <pc:sldMkLst>
          <pc:docMk/>
          <pc:sldMk cId="562489796" sldId="257"/>
        </pc:sldMkLst>
        <pc:spChg chg="mod">
          <ac:chgData name="Tobias Schwippel" userId="60502f33327bc102" providerId="LiveId" clId="{5E364BC5-9713-4A62-A33B-A74044CB2040}" dt="2024-10-21T12:01:20.515" v="481" actId="20577"/>
          <ac:spMkLst>
            <pc:docMk/>
            <pc:sldMk cId="562489796" sldId="257"/>
            <ac:spMk id="3" creationId="{38869CC1-D9CB-FED8-21CE-A28C6D805F48}"/>
          </ac:spMkLst>
        </pc:spChg>
        <pc:spChg chg="add mod">
          <ac:chgData name="Tobias Schwippel" userId="60502f33327bc102" providerId="LiveId" clId="{5E364BC5-9713-4A62-A33B-A74044CB2040}" dt="2024-10-21T11:53:56.076" v="222" actId="1076"/>
          <ac:spMkLst>
            <pc:docMk/>
            <pc:sldMk cId="562489796" sldId="257"/>
            <ac:spMk id="4" creationId="{E6746541-1931-1201-A0FF-596595C96BA5}"/>
          </ac:spMkLst>
        </pc:spChg>
        <pc:spChg chg="add mod">
          <ac:chgData name="Tobias Schwippel" userId="60502f33327bc102" providerId="LiveId" clId="{5E364BC5-9713-4A62-A33B-A74044CB2040}" dt="2024-10-21T11:53:49.130" v="221" actId="1076"/>
          <ac:spMkLst>
            <pc:docMk/>
            <pc:sldMk cId="562489796" sldId="257"/>
            <ac:spMk id="5" creationId="{5FBCCE89-E52A-84E7-08C1-ECEBB96D4444}"/>
          </ac:spMkLst>
        </pc:spChg>
      </pc:sldChg>
      <pc:sldChg chg="addSp modSp mod">
        <pc:chgData name="Tobias Schwippel" userId="60502f33327bc102" providerId="LiveId" clId="{5E364BC5-9713-4A62-A33B-A74044CB2040}" dt="2024-10-21T12:01:40.329" v="526" actId="20577"/>
        <pc:sldMkLst>
          <pc:docMk/>
          <pc:sldMk cId="2750151592" sldId="258"/>
        </pc:sldMkLst>
        <pc:spChg chg="mod">
          <ac:chgData name="Tobias Schwippel" userId="60502f33327bc102" providerId="LiveId" clId="{5E364BC5-9713-4A62-A33B-A74044CB2040}" dt="2024-10-21T12:01:40.329" v="526" actId="20577"/>
          <ac:spMkLst>
            <pc:docMk/>
            <pc:sldMk cId="2750151592" sldId="258"/>
            <ac:spMk id="3" creationId="{1E4117FF-91AE-CF8B-8ACF-D6F6F5BF2A34}"/>
          </ac:spMkLst>
        </pc:spChg>
        <pc:spChg chg="add mod">
          <ac:chgData name="Tobias Schwippel" userId="60502f33327bc102" providerId="LiveId" clId="{5E364BC5-9713-4A62-A33B-A74044CB2040}" dt="2024-10-21T11:54:09.570" v="224" actId="1036"/>
          <ac:spMkLst>
            <pc:docMk/>
            <pc:sldMk cId="2750151592" sldId="258"/>
            <ac:spMk id="4" creationId="{BDF776A9-31D0-E63B-369B-ED05CE43C86E}"/>
          </ac:spMkLst>
        </pc:spChg>
        <pc:spChg chg="add mod">
          <ac:chgData name="Tobias Schwippel" userId="60502f33327bc102" providerId="LiveId" clId="{5E364BC5-9713-4A62-A33B-A74044CB2040}" dt="2024-10-21T11:54:09.570" v="224" actId="1036"/>
          <ac:spMkLst>
            <pc:docMk/>
            <pc:sldMk cId="2750151592" sldId="258"/>
            <ac:spMk id="5" creationId="{9B3F376A-8942-10EE-606E-9865C0602C10}"/>
          </ac:spMkLst>
        </pc:spChg>
      </pc:sldChg>
      <pc:sldChg chg="addSp modSp mod">
        <pc:chgData name="Tobias Schwippel" userId="60502f33327bc102" providerId="LiveId" clId="{5E364BC5-9713-4A62-A33B-A74044CB2040}" dt="2024-10-21T13:10:10.563" v="538" actId="20577"/>
        <pc:sldMkLst>
          <pc:docMk/>
          <pc:sldMk cId="90476080" sldId="259"/>
        </pc:sldMkLst>
        <pc:spChg chg="mod">
          <ac:chgData name="Tobias Schwippel" userId="60502f33327bc102" providerId="LiveId" clId="{5E364BC5-9713-4A62-A33B-A74044CB2040}" dt="2024-10-21T13:10:10.563" v="538" actId="20577"/>
          <ac:spMkLst>
            <pc:docMk/>
            <pc:sldMk cId="90476080" sldId="259"/>
            <ac:spMk id="2" creationId="{ACB23903-FF76-5BC6-5594-9B6258326DCD}"/>
          </ac:spMkLst>
        </pc:spChg>
        <pc:spChg chg="add mod">
          <ac:chgData name="Tobias Schwippel" userId="60502f33327bc102" providerId="LiveId" clId="{5E364BC5-9713-4A62-A33B-A74044CB2040}" dt="2024-10-21T11:54:15.590" v="226"/>
          <ac:spMkLst>
            <pc:docMk/>
            <pc:sldMk cId="90476080" sldId="259"/>
            <ac:spMk id="4" creationId="{63781552-05B3-9173-C6A5-FFF17A058CA4}"/>
          </ac:spMkLst>
        </pc:spChg>
        <pc:spChg chg="add mod">
          <ac:chgData name="Tobias Schwippel" userId="60502f33327bc102" providerId="LiveId" clId="{5E364BC5-9713-4A62-A33B-A74044CB2040}" dt="2024-10-21T11:54:15.590" v="226"/>
          <ac:spMkLst>
            <pc:docMk/>
            <pc:sldMk cId="90476080" sldId="259"/>
            <ac:spMk id="5" creationId="{1433366C-53F6-1157-DAD7-885323EBB81D}"/>
          </ac:spMkLst>
        </pc:spChg>
      </pc:sldChg>
      <pc:sldChg chg="addSp modSp del ord">
        <pc:chgData name="Tobias Schwippel" userId="60502f33327bc102" providerId="LiveId" clId="{5E364BC5-9713-4A62-A33B-A74044CB2040}" dt="2024-10-21T12:01:12.066" v="471" actId="47"/>
        <pc:sldMkLst>
          <pc:docMk/>
          <pc:sldMk cId="3606131798" sldId="260"/>
        </pc:sldMkLst>
        <pc:spChg chg="add mod">
          <ac:chgData name="Tobias Schwippel" userId="60502f33327bc102" providerId="LiveId" clId="{5E364BC5-9713-4A62-A33B-A74044CB2040}" dt="2024-10-21T11:54:12.699" v="225"/>
          <ac:spMkLst>
            <pc:docMk/>
            <pc:sldMk cId="3606131798" sldId="260"/>
            <ac:spMk id="4" creationId="{C24DDC90-CB03-70B3-DBA5-08BAF04627CC}"/>
          </ac:spMkLst>
        </pc:spChg>
        <pc:spChg chg="add mod">
          <ac:chgData name="Tobias Schwippel" userId="60502f33327bc102" providerId="LiveId" clId="{5E364BC5-9713-4A62-A33B-A74044CB2040}" dt="2024-10-21T11:54:12.699" v="225"/>
          <ac:spMkLst>
            <pc:docMk/>
            <pc:sldMk cId="3606131798" sldId="260"/>
            <ac:spMk id="5" creationId="{B4E8ED1F-E957-56F5-5571-AC963FA90605}"/>
          </ac:spMkLst>
        </pc:spChg>
      </pc:sldChg>
      <pc:sldChg chg="addSp modSp">
        <pc:chgData name="Tobias Schwippel" userId="60502f33327bc102" providerId="LiveId" clId="{5E364BC5-9713-4A62-A33B-A74044CB2040}" dt="2024-10-21T11:54:19.044" v="227"/>
        <pc:sldMkLst>
          <pc:docMk/>
          <pc:sldMk cId="238293144" sldId="261"/>
        </pc:sldMkLst>
        <pc:spChg chg="add mod">
          <ac:chgData name="Tobias Schwippel" userId="60502f33327bc102" providerId="LiveId" clId="{5E364BC5-9713-4A62-A33B-A74044CB2040}" dt="2024-10-21T11:54:19.044" v="227"/>
          <ac:spMkLst>
            <pc:docMk/>
            <pc:sldMk cId="238293144" sldId="261"/>
            <ac:spMk id="4" creationId="{8C63C38C-F4E6-F721-B4DC-5BC8FD6A5A49}"/>
          </ac:spMkLst>
        </pc:spChg>
        <pc:spChg chg="add mod">
          <ac:chgData name="Tobias Schwippel" userId="60502f33327bc102" providerId="LiveId" clId="{5E364BC5-9713-4A62-A33B-A74044CB2040}" dt="2024-10-21T11:54:19.044" v="227"/>
          <ac:spMkLst>
            <pc:docMk/>
            <pc:sldMk cId="238293144" sldId="261"/>
            <ac:spMk id="5" creationId="{E679F841-C5D6-214A-FB85-21DD729BF91E}"/>
          </ac:spMkLst>
        </pc:spChg>
      </pc:sldChg>
      <pc:sldChg chg="addSp modSp">
        <pc:chgData name="Tobias Schwippel" userId="60502f33327bc102" providerId="LiveId" clId="{5E364BC5-9713-4A62-A33B-A74044CB2040}" dt="2024-10-21T11:54:22.188" v="228"/>
        <pc:sldMkLst>
          <pc:docMk/>
          <pc:sldMk cId="261938085" sldId="262"/>
        </pc:sldMkLst>
        <pc:spChg chg="add mod">
          <ac:chgData name="Tobias Schwippel" userId="60502f33327bc102" providerId="LiveId" clId="{5E364BC5-9713-4A62-A33B-A74044CB2040}" dt="2024-10-21T11:54:22.188" v="228"/>
          <ac:spMkLst>
            <pc:docMk/>
            <pc:sldMk cId="261938085" sldId="262"/>
            <ac:spMk id="4" creationId="{4246D6B5-A4CD-0930-CD97-1EA8C8F31DC2}"/>
          </ac:spMkLst>
        </pc:spChg>
        <pc:spChg chg="add mod">
          <ac:chgData name="Tobias Schwippel" userId="60502f33327bc102" providerId="LiveId" clId="{5E364BC5-9713-4A62-A33B-A74044CB2040}" dt="2024-10-21T11:54:22.188" v="228"/>
          <ac:spMkLst>
            <pc:docMk/>
            <pc:sldMk cId="261938085" sldId="262"/>
            <ac:spMk id="5" creationId="{CA5C9969-6586-8E97-384E-08ADD5898E98}"/>
          </ac:spMkLst>
        </pc:spChg>
      </pc:sldChg>
      <pc:sldChg chg="addSp modSp">
        <pc:chgData name="Tobias Schwippel" userId="60502f33327bc102" providerId="LiveId" clId="{5E364BC5-9713-4A62-A33B-A74044CB2040}" dt="2024-10-21T11:54:24.862" v="229"/>
        <pc:sldMkLst>
          <pc:docMk/>
          <pc:sldMk cId="923347153" sldId="263"/>
        </pc:sldMkLst>
        <pc:spChg chg="add mod">
          <ac:chgData name="Tobias Schwippel" userId="60502f33327bc102" providerId="LiveId" clId="{5E364BC5-9713-4A62-A33B-A74044CB2040}" dt="2024-10-21T11:54:24.862" v="229"/>
          <ac:spMkLst>
            <pc:docMk/>
            <pc:sldMk cId="923347153" sldId="263"/>
            <ac:spMk id="4" creationId="{B63945D3-DDAA-A738-0FF8-B9D51025A278}"/>
          </ac:spMkLst>
        </pc:spChg>
        <pc:spChg chg="add mod">
          <ac:chgData name="Tobias Schwippel" userId="60502f33327bc102" providerId="LiveId" clId="{5E364BC5-9713-4A62-A33B-A74044CB2040}" dt="2024-10-21T11:54:24.862" v="229"/>
          <ac:spMkLst>
            <pc:docMk/>
            <pc:sldMk cId="923347153" sldId="263"/>
            <ac:spMk id="5" creationId="{F8EA7FD0-9D56-3754-7403-A18BAE06068F}"/>
          </ac:spMkLst>
        </pc:spChg>
      </pc:sldChg>
      <pc:sldChg chg="addSp modSp">
        <pc:chgData name="Tobias Schwippel" userId="60502f33327bc102" providerId="LiveId" clId="{5E364BC5-9713-4A62-A33B-A74044CB2040}" dt="2024-10-21T11:54:27.244" v="230"/>
        <pc:sldMkLst>
          <pc:docMk/>
          <pc:sldMk cId="2234061427" sldId="264"/>
        </pc:sldMkLst>
        <pc:spChg chg="add mod">
          <ac:chgData name="Tobias Schwippel" userId="60502f33327bc102" providerId="LiveId" clId="{5E364BC5-9713-4A62-A33B-A74044CB2040}" dt="2024-10-21T11:54:27.244" v="230"/>
          <ac:spMkLst>
            <pc:docMk/>
            <pc:sldMk cId="2234061427" sldId="264"/>
            <ac:spMk id="4" creationId="{BF3C38A7-BE6C-679F-34C1-DAC9194B06F9}"/>
          </ac:spMkLst>
        </pc:spChg>
        <pc:spChg chg="add mod">
          <ac:chgData name="Tobias Schwippel" userId="60502f33327bc102" providerId="LiveId" clId="{5E364BC5-9713-4A62-A33B-A74044CB2040}" dt="2024-10-21T11:54:27.244" v="230"/>
          <ac:spMkLst>
            <pc:docMk/>
            <pc:sldMk cId="2234061427" sldId="264"/>
            <ac:spMk id="5" creationId="{B3A88CF3-0DC0-56AE-517E-BE0215516A09}"/>
          </ac:spMkLst>
        </pc:spChg>
      </pc:sldChg>
      <pc:sldChg chg="addSp modSp">
        <pc:chgData name="Tobias Schwippel" userId="60502f33327bc102" providerId="LiveId" clId="{5E364BC5-9713-4A62-A33B-A74044CB2040}" dt="2024-10-21T11:54:29.648" v="231"/>
        <pc:sldMkLst>
          <pc:docMk/>
          <pc:sldMk cId="1232369008" sldId="265"/>
        </pc:sldMkLst>
        <pc:spChg chg="add mod">
          <ac:chgData name="Tobias Schwippel" userId="60502f33327bc102" providerId="LiveId" clId="{5E364BC5-9713-4A62-A33B-A74044CB2040}" dt="2024-10-21T11:54:29.648" v="231"/>
          <ac:spMkLst>
            <pc:docMk/>
            <pc:sldMk cId="1232369008" sldId="265"/>
            <ac:spMk id="4" creationId="{D938880B-9BF0-1CFB-2628-38104D20AC1C}"/>
          </ac:spMkLst>
        </pc:spChg>
        <pc:spChg chg="add mod">
          <ac:chgData name="Tobias Schwippel" userId="60502f33327bc102" providerId="LiveId" clId="{5E364BC5-9713-4A62-A33B-A74044CB2040}" dt="2024-10-21T11:54:29.648" v="231"/>
          <ac:spMkLst>
            <pc:docMk/>
            <pc:sldMk cId="1232369008" sldId="265"/>
            <ac:spMk id="5" creationId="{7E49046F-3F82-440B-9B22-F95199A7D505}"/>
          </ac:spMkLst>
        </pc:spChg>
      </pc:sldChg>
      <pc:sldChg chg="addSp modSp">
        <pc:chgData name="Tobias Schwippel" userId="60502f33327bc102" providerId="LiveId" clId="{5E364BC5-9713-4A62-A33B-A74044CB2040}" dt="2024-10-21T11:54:31.829" v="232"/>
        <pc:sldMkLst>
          <pc:docMk/>
          <pc:sldMk cId="3575118383" sldId="266"/>
        </pc:sldMkLst>
        <pc:spChg chg="add mod">
          <ac:chgData name="Tobias Schwippel" userId="60502f33327bc102" providerId="LiveId" clId="{5E364BC5-9713-4A62-A33B-A74044CB2040}" dt="2024-10-21T11:54:31.829" v="232"/>
          <ac:spMkLst>
            <pc:docMk/>
            <pc:sldMk cId="3575118383" sldId="266"/>
            <ac:spMk id="4" creationId="{73932B81-5148-8204-0F7B-E5F6C42237C1}"/>
          </ac:spMkLst>
        </pc:spChg>
        <pc:spChg chg="add mod">
          <ac:chgData name="Tobias Schwippel" userId="60502f33327bc102" providerId="LiveId" clId="{5E364BC5-9713-4A62-A33B-A74044CB2040}" dt="2024-10-21T11:54:31.829" v="232"/>
          <ac:spMkLst>
            <pc:docMk/>
            <pc:sldMk cId="3575118383" sldId="266"/>
            <ac:spMk id="5" creationId="{37E2B460-436B-B0CC-D962-792B5ACFD6EE}"/>
          </ac:spMkLst>
        </pc:spChg>
      </pc:sldChg>
      <pc:sldChg chg="addSp modSp">
        <pc:chgData name="Tobias Schwippel" userId="60502f33327bc102" providerId="LiveId" clId="{5E364BC5-9713-4A62-A33B-A74044CB2040}" dt="2024-10-21T11:54:33.901" v="233"/>
        <pc:sldMkLst>
          <pc:docMk/>
          <pc:sldMk cId="1469725520" sldId="267"/>
        </pc:sldMkLst>
        <pc:spChg chg="add mod">
          <ac:chgData name="Tobias Schwippel" userId="60502f33327bc102" providerId="LiveId" clId="{5E364BC5-9713-4A62-A33B-A74044CB2040}" dt="2024-10-21T11:54:33.901" v="233"/>
          <ac:spMkLst>
            <pc:docMk/>
            <pc:sldMk cId="1469725520" sldId="267"/>
            <ac:spMk id="4" creationId="{E129A5B1-506A-A2D4-2180-9CCBA634B917}"/>
          </ac:spMkLst>
        </pc:spChg>
        <pc:spChg chg="add mod">
          <ac:chgData name="Tobias Schwippel" userId="60502f33327bc102" providerId="LiveId" clId="{5E364BC5-9713-4A62-A33B-A74044CB2040}" dt="2024-10-21T11:54:33.901" v="233"/>
          <ac:spMkLst>
            <pc:docMk/>
            <pc:sldMk cId="1469725520" sldId="267"/>
            <ac:spMk id="5" creationId="{2A754D0B-3FD1-6523-8849-4D82E6E65C18}"/>
          </ac:spMkLst>
        </pc:spChg>
      </pc:sldChg>
      <pc:sldChg chg="addSp modSp">
        <pc:chgData name="Tobias Schwippel" userId="60502f33327bc102" providerId="LiveId" clId="{5E364BC5-9713-4A62-A33B-A74044CB2040}" dt="2024-10-21T11:54:36.113" v="234"/>
        <pc:sldMkLst>
          <pc:docMk/>
          <pc:sldMk cId="3286803226" sldId="268"/>
        </pc:sldMkLst>
        <pc:spChg chg="add mod">
          <ac:chgData name="Tobias Schwippel" userId="60502f33327bc102" providerId="LiveId" clId="{5E364BC5-9713-4A62-A33B-A74044CB2040}" dt="2024-10-21T11:54:36.113" v="234"/>
          <ac:spMkLst>
            <pc:docMk/>
            <pc:sldMk cId="3286803226" sldId="268"/>
            <ac:spMk id="4" creationId="{90DA3267-4983-C125-62F1-B1502DBBE022}"/>
          </ac:spMkLst>
        </pc:spChg>
        <pc:spChg chg="add mod">
          <ac:chgData name="Tobias Schwippel" userId="60502f33327bc102" providerId="LiveId" clId="{5E364BC5-9713-4A62-A33B-A74044CB2040}" dt="2024-10-21T11:54:36.113" v="234"/>
          <ac:spMkLst>
            <pc:docMk/>
            <pc:sldMk cId="3286803226" sldId="268"/>
            <ac:spMk id="5" creationId="{F733F633-8EDD-8FC2-9486-207834B1008A}"/>
          </ac:spMkLst>
        </pc:spChg>
      </pc:sldChg>
      <pc:sldChg chg="addSp modSp">
        <pc:chgData name="Tobias Schwippel" userId="60502f33327bc102" providerId="LiveId" clId="{5E364BC5-9713-4A62-A33B-A74044CB2040}" dt="2024-10-21T11:54:39.664" v="235"/>
        <pc:sldMkLst>
          <pc:docMk/>
          <pc:sldMk cId="3782417454" sldId="269"/>
        </pc:sldMkLst>
        <pc:spChg chg="add mod">
          <ac:chgData name="Tobias Schwippel" userId="60502f33327bc102" providerId="LiveId" clId="{5E364BC5-9713-4A62-A33B-A74044CB2040}" dt="2024-10-21T11:54:39.664" v="235"/>
          <ac:spMkLst>
            <pc:docMk/>
            <pc:sldMk cId="3782417454" sldId="269"/>
            <ac:spMk id="4" creationId="{1925B8DB-06FA-E222-749B-EE9CFE9D8372}"/>
          </ac:spMkLst>
        </pc:spChg>
        <pc:spChg chg="add mod">
          <ac:chgData name="Tobias Schwippel" userId="60502f33327bc102" providerId="LiveId" clId="{5E364BC5-9713-4A62-A33B-A74044CB2040}" dt="2024-10-21T11:54:39.664" v="235"/>
          <ac:spMkLst>
            <pc:docMk/>
            <pc:sldMk cId="3782417454" sldId="269"/>
            <ac:spMk id="5" creationId="{DFAD23E8-BF43-85D3-83A5-F0FC500CAE73}"/>
          </ac:spMkLst>
        </pc:spChg>
      </pc:sldChg>
      <pc:sldChg chg="delSp modSp new mod">
        <pc:chgData name="Tobias Schwippel" userId="60502f33327bc102" providerId="LiveId" clId="{5E364BC5-9713-4A62-A33B-A74044CB2040}" dt="2024-10-21T11:48:02.715" v="35" actId="403"/>
        <pc:sldMkLst>
          <pc:docMk/>
          <pc:sldMk cId="2347103974" sldId="270"/>
        </pc:sldMkLst>
        <pc:spChg chg="mod">
          <ac:chgData name="Tobias Schwippel" userId="60502f33327bc102" providerId="LiveId" clId="{5E364BC5-9713-4A62-A33B-A74044CB2040}" dt="2024-10-21T11:48:02.715" v="35" actId="403"/>
          <ac:spMkLst>
            <pc:docMk/>
            <pc:sldMk cId="2347103974" sldId="270"/>
            <ac:spMk id="2" creationId="{EF6B10D6-3ABE-8AA1-DDCC-F8A3E7F49D0E}"/>
          </ac:spMkLst>
        </pc:spChg>
        <pc:spChg chg="del">
          <ac:chgData name="Tobias Schwippel" userId="60502f33327bc102" providerId="LiveId" clId="{5E364BC5-9713-4A62-A33B-A74044CB2040}" dt="2024-10-21T11:47:46.782" v="31" actId="478"/>
          <ac:spMkLst>
            <pc:docMk/>
            <pc:sldMk cId="2347103974" sldId="270"/>
            <ac:spMk id="3" creationId="{333481C8-789F-1BC3-6955-4110E08545AC}"/>
          </ac:spMkLst>
        </pc:spChg>
      </pc:sldChg>
      <pc:sldChg chg="modSp add mod">
        <pc:chgData name="Tobias Schwippel" userId="60502f33327bc102" providerId="LiveId" clId="{5E364BC5-9713-4A62-A33B-A74044CB2040}" dt="2024-10-21T13:11:22.748" v="608" actId="20577"/>
        <pc:sldMkLst>
          <pc:docMk/>
          <pc:sldMk cId="2178427523" sldId="271"/>
        </pc:sldMkLst>
        <pc:spChg chg="mod">
          <ac:chgData name="Tobias Schwippel" userId="60502f33327bc102" providerId="LiveId" clId="{5E364BC5-9713-4A62-A33B-A74044CB2040}" dt="2024-10-21T13:11:22.748" v="608" actId="20577"/>
          <ac:spMkLst>
            <pc:docMk/>
            <pc:sldMk cId="2178427523" sldId="271"/>
            <ac:spMk id="2" creationId="{EF6B10D6-3ABE-8AA1-DDCC-F8A3E7F49D0E}"/>
          </ac:spMkLst>
        </pc:spChg>
      </pc:sldChg>
      <pc:sldChg chg="modSp add mod">
        <pc:chgData name="Tobias Schwippel" userId="60502f33327bc102" providerId="LiveId" clId="{5E364BC5-9713-4A62-A33B-A74044CB2040}" dt="2024-10-21T11:48:48.423" v="66" actId="20577"/>
        <pc:sldMkLst>
          <pc:docMk/>
          <pc:sldMk cId="3855044619" sldId="272"/>
        </pc:sldMkLst>
        <pc:spChg chg="mod">
          <ac:chgData name="Tobias Schwippel" userId="60502f33327bc102" providerId="LiveId" clId="{5E364BC5-9713-4A62-A33B-A74044CB2040}" dt="2024-10-21T11:48:48.423" v="66" actId="20577"/>
          <ac:spMkLst>
            <pc:docMk/>
            <pc:sldMk cId="3855044619" sldId="272"/>
            <ac:spMk id="2" creationId="{EF6B10D6-3ABE-8AA1-DDCC-F8A3E7F49D0E}"/>
          </ac:spMkLst>
        </pc:spChg>
      </pc:sldChg>
      <pc:sldChg chg="addSp modSp new mod">
        <pc:chgData name="Tobias Schwippel" userId="60502f33327bc102" providerId="LiveId" clId="{5E364BC5-9713-4A62-A33B-A74044CB2040}" dt="2024-10-21T11:54:41.991" v="236"/>
        <pc:sldMkLst>
          <pc:docMk/>
          <pc:sldMk cId="3410974073" sldId="273"/>
        </pc:sldMkLst>
        <pc:spChg chg="mod">
          <ac:chgData name="Tobias Schwippel" userId="60502f33327bc102" providerId="LiveId" clId="{5E364BC5-9713-4A62-A33B-A74044CB2040}" dt="2024-10-21T11:49:12.391" v="121" actId="20577"/>
          <ac:spMkLst>
            <pc:docMk/>
            <pc:sldMk cId="3410974073" sldId="273"/>
            <ac:spMk id="2" creationId="{626550A0-7D42-CBDE-5633-B46C56960368}"/>
          </ac:spMkLst>
        </pc:spChg>
        <pc:spChg chg="add mod">
          <ac:chgData name="Tobias Schwippel" userId="60502f33327bc102" providerId="LiveId" clId="{5E364BC5-9713-4A62-A33B-A74044CB2040}" dt="2024-10-21T11:54:41.991" v="236"/>
          <ac:spMkLst>
            <pc:docMk/>
            <pc:sldMk cId="3410974073" sldId="273"/>
            <ac:spMk id="4" creationId="{2912BD3D-DB14-5C14-CAFE-E7EBFF1C4CB6}"/>
          </ac:spMkLst>
        </pc:spChg>
        <pc:spChg chg="add mod">
          <ac:chgData name="Tobias Schwippel" userId="60502f33327bc102" providerId="LiveId" clId="{5E364BC5-9713-4A62-A33B-A74044CB2040}" dt="2024-10-21T11:54:41.991" v="236"/>
          <ac:spMkLst>
            <pc:docMk/>
            <pc:sldMk cId="3410974073" sldId="273"/>
            <ac:spMk id="5" creationId="{492F7890-4256-AE74-D0DA-D778A09940E7}"/>
          </ac:spMkLst>
        </pc:spChg>
      </pc:sldChg>
      <pc:sldChg chg="new del">
        <pc:chgData name="Tobias Schwippel" userId="60502f33327bc102" providerId="LiveId" clId="{5E364BC5-9713-4A62-A33B-A74044CB2040}" dt="2024-10-21T11:55:46.087" v="255" actId="47"/>
        <pc:sldMkLst>
          <pc:docMk/>
          <pc:sldMk cId="688051199" sldId="274"/>
        </pc:sldMkLst>
      </pc:sldChg>
      <pc:sldChg chg="modSp add mod">
        <pc:chgData name="Tobias Schwippel" userId="60502f33327bc102" providerId="LiveId" clId="{5E364BC5-9713-4A62-A33B-A74044CB2040}" dt="2024-10-21T13:10:25.806" v="541" actId="1076"/>
        <pc:sldMkLst>
          <pc:docMk/>
          <pc:sldMk cId="2863528162" sldId="274"/>
        </pc:sldMkLst>
        <pc:spChg chg="mod">
          <ac:chgData name="Tobias Schwippel" userId="60502f33327bc102" providerId="LiveId" clId="{5E364BC5-9713-4A62-A33B-A74044CB2040}" dt="2024-10-21T11:56:05.765" v="304" actId="20577"/>
          <ac:spMkLst>
            <pc:docMk/>
            <pc:sldMk cId="2863528162" sldId="274"/>
            <ac:spMk id="2" creationId="{1DFC8749-D423-9F0C-B5F6-09E8C7B844F9}"/>
          </ac:spMkLst>
        </pc:spChg>
        <pc:spChg chg="mod">
          <ac:chgData name="Tobias Schwippel" userId="60502f33327bc102" providerId="LiveId" clId="{5E364BC5-9713-4A62-A33B-A74044CB2040}" dt="2024-10-21T13:10:25.806" v="541" actId="1076"/>
          <ac:spMkLst>
            <pc:docMk/>
            <pc:sldMk cId="2863528162" sldId="274"/>
            <ac:spMk id="3" creationId="{06449306-B547-E13E-0FEF-07A4F2BC9C5B}"/>
          </ac:spMkLst>
        </pc:spChg>
      </pc:sldChg>
      <pc:sldMasterChg chg="modSldLayout">
        <pc:chgData name="Tobias Schwippel" userId="60502f33327bc102" providerId="LiveId" clId="{5E364BC5-9713-4A62-A33B-A74044CB2040}" dt="2024-10-21T11:51:38.022" v="176" actId="20577"/>
        <pc:sldMasterMkLst>
          <pc:docMk/>
          <pc:sldMasterMk cId="1406597444" sldId="2147483648"/>
        </pc:sldMasterMkLst>
        <pc:sldLayoutChg chg="modSp mod">
          <pc:chgData name="Tobias Schwippel" userId="60502f33327bc102" providerId="LiveId" clId="{5E364BC5-9713-4A62-A33B-A74044CB2040}" dt="2024-10-21T11:51:04.015" v="166" actId="20577"/>
          <pc:sldLayoutMkLst>
            <pc:docMk/>
            <pc:sldMasterMk cId="1406597444" sldId="2147483648"/>
            <pc:sldLayoutMk cId="407186911" sldId="2147483649"/>
          </pc:sldLayoutMkLst>
          <pc:spChg chg="mod">
            <ac:chgData name="Tobias Schwippel" userId="60502f33327bc102" providerId="LiveId" clId="{5E364BC5-9713-4A62-A33B-A74044CB2040}" dt="2024-10-21T11:51:04.015" v="166" actId="20577"/>
            <ac:spMkLst>
              <pc:docMk/>
              <pc:sldMasterMk cId="1406597444" sldId="2147483648"/>
              <pc:sldLayoutMk cId="407186911" sldId="2147483649"/>
              <ac:spMk id="5" creationId="{7F7A97BC-1126-B122-645A-7300F296339B}"/>
            </ac:spMkLst>
          </pc:spChg>
        </pc:sldLayoutChg>
        <pc:sldLayoutChg chg="modSp mod">
          <pc:chgData name="Tobias Schwippel" userId="60502f33327bc102" providerId="LiveId" clId="{5E364BC5-9713-4A62-A33B-A74044CB2040}" dt="2024-10-21T11:51:38.022" v="176" actId="20577"/>
          <pc:sldLayoutMkLst>
            <pc:docMk/>
            <pc:sldMasterMk cId="1406597444" sldId="2147483648"/>
            <pc:sldLayoutMk cId="2466663424" sldId="2147483655"/>
          </pc:sldLayoutMkLst>
          <pc:spChg chg="mod">
            <ac:chgData name="Tobias Schwippel" userId="60502f33327bc102" providerId="LiveId" clId="{5E364BC5-9713-4A62-A33B-A74044CB2040}" dt="2024-10-21T11:51:38.022" v="176" actId="20577"/>
            <ac:spMkLst>
              <pc:docMk/>
              <pc:sldMasterMk cId="1406597444" sldId="2147483648"/>
              <pc:sldLayoutMk cId="2466663424" sldId="2147483655"/>
              <ac:spMk id="3" creationId="{6E282AF1-650B-349F-E5EA-D54CC8A02222}"/>
            </ac:spMkLst>
          </pc:spChg>
        </pc:sldLayoutChg>
      </pc:sldMasterChg>
    </pc:docChg>
  </pc:docChgLst>
  <pc:docChgLst>
    <pc:chgData name="Tobias Schwippel" userId="60502f33327bc102" providerId="LiveId" clId="{81C1D008-2529-498C-BFF7-7E8D43CD6733}"/>
    <pc:docChg chg="undo custSel addSld delSld modSld sldOrd">
      <pc:chgData name="Tobias Schwippel" userId="60502f33327bc102" providerId="LiveId" clId="{81C1D008-2529-498C-BFF7-7E8D43CD6733}" dt="2024-11-21T18:25:10.233" v="8800" actId="20577"/>
      <pc:docMkLst>
        <pc:docMk/>
      </pc:docMkLst>
      <pc:sldChg chg="addSp modSp mod">
        <pc:chgData name="Tobias Schwippel" userId="60502f33327bc102" providerId="LiveId" clId="{81C1D008-2529-498C-BFF7-7E8D43CD6733}" dt="2024-11-21T09:56:01.874" v="6555" actId="1076"/>
        <pc:sldMkLst>
          <pc:docMk/>
          <pc:sldMk cId="4093784006" sldId="256"/>
        </pc:sldMkLst>
        <pc:spChg chg="mod">
          <ac:chgData name="Tobias Schwippel" userId="60502f33327bc102" providerId="LiveId" clId="{81C1D008-2529-498C-BFF7-7E8D43CD6733}" dt="2024-11-10T13:29:20.459" v="1904" actId="1076"/>
          <ac:spMkLst>
            <pc:docMk/>
            <pc:sldMk cId="4093784006" sldId="256"/>
            <ac:spMk id="2" creationId="{E118290F-0009-7091-0C46-968E084B212E}"/>
          </ac:spMkLst>
        </pc:spChg>
        <pc:spChg chg="mod">
          <ac:chgData name="Tobias Schwippel" userId="60502f33327bc102" providerId="LiveId" clId="{81C1D008-2529-498C-BFF7-7E8D43CD6733}" dt="2024-11-21T09:56:01.874" v="6555" actId="1076"/>
          <ac:spMkLst>
            <pc:docMk/>
            <pc:sldMk cId="4093784006" sldId="256"/>
            <ac:spMk id="3" creationId="{123C90C4-B50D-0E1E-DFF3-DB8D40D7DE54}"/>
          </ac:spMkLst>
        </pc:spChg>
        <pc:spChg chg="mod">
          <ac:chgData name="Tobias Schwippel" userId="60502f33327bc102" providerId="LiveId" clId="{81C1D008-2529-498C-BFF7-7E8D43CD6733}" dt="2024-11-10T13:39:36.387" v="2162" actId="1036"/>
          <ac:spMkLst>
            <pc:docMk/>
            <pc:sldMk cId="4093784006" sldId="256"/>
            <ac:spMk id="5" creationId="{EC9F4C3B-C992-C43C-7E6A-AF0A390CDEF3}"/>
          </ac:spMkLst>
        </pc:spChg>
        <pc:picChg chg="add mod">
          <ac:chgData name="Tobias Schwippel" userId="60502f33327bc102" providerId="LiveId" clId="{81C1D008-2529-498C-BFF7-7E8D43CD6733}" dt="2024-11-10T13:37:27.476" v="2122" actId="1035"/>
          <ac:picMkLst>
            <pc:docMk/>
            <pc:sldMk cId="4093784006" sldId="256"/>
            <ac:picMk id="4" creationId="{82C7C5C6-060E-C7FF-7685-AE8F29DB7C7F}"/>
          </ac:picMkLst>
        </pc:picChg>
        <pc:picChg chg="add mod">
          <ac:chgData name="Tobias Schwippel" userId="60502f33327bc102" providerId="LiveId" clId="{81C1D008-2529-498C-BFF7-7E8D43CD6733}" dt="2024-11-10T13:37:27.476" v="2122" actId="1035"/>
          <ac:picMkLst>
            <pc:docMk/>
            <pc:sldMk cId="4093784006" sldId="256"/>
            <ac:picMk id="6" creationId="{926EAD35-1C3C-1658-C9DA-3C664F7643E8}"/>
          </ac:picMkLst>
        </pc:picChg>
      </pc:sldChg>
      <pc:sldChg chg="addSp delSp modSp mod modAnim">
        <pc:chgData name="Tobias Schwippel" userId="60502f33327bc102" providerId="LiveId" clId="{81C1D008-2529-498C-BFF7-7E8D43CD6733}" dt="2024-11-21T10:45:42.508" v="7736" actId="20577"/>
        <pc:sldMkLst>
          <pc:docMk/>
          <pc:sldMk cId="562489796" sldId="257"/>
        </pc:sldMkLst>
        <pc:spChg chg="mod">
          <ac:chgData name="Tobias Schwippel" userId="60502f33327bc102" providerId="LiveId" clId="{81C1D008-2529-498C-BFF7-7E8D43CD6733}" dt="2024-11-20T19:35:29.727" v="4779" actId="404"/>
          <ac:spMkLst>
            <pc:docMk/>
            <pc:sldMk cId="562489796" sldId="257"/>
            <ac:spMk id="2" creationId="{5B75503E-9AD2-B94D-0B77-36536F79320F}"/>
          </ac:spMkLst>
        </pc:spChg>
        <pc:spChg chg="del mod">
          <ac:chgData name="Tobias Schwippel" userId="60502f33327bc102" providerId="LiveId" clId="{81C1D008-2529-498C-BFF7-7E8D43CD6733}" dt="2024-11-20T11:21:47.273" v="3810" actId="478"/>
          <ac:spMkLst>
            <pc:docMk/>
            <pc:sldMk cId="562489796" sldId="257"/>
            <ac:spMk id="3" creationId="{38869CC1-D9CB-FED8-21CE-A28C6D805F48}"/>
          </ac:spMkLst>
        </pc:spChg>
        <pc:spChg chg="add mod">
          <ac:chgData name="Tobias Schwippel" userId="60502f33327bc102" providerId="LiveId" clId="{81C1D008-2529-498C-BFF7-7E8D43CD6733}" dt="2024-11-20T20:27:58.090" v="5045"/>
          <ac:spMkLst>
            <pc:docMk/>
            <pc:sldMk cId="562489796" sldId="257"/>
            <ac:spMk id="3" creationId="{E3817BB2-C5AE-BD82-5F6D-C23DE167CB1B}"/>
          </ac:spMkLst>
        </pc:spChg>
        <pc:spChg chg="add del mod">
          <ac:chgData name="Tobias Schwippel" userId="60502f33327bc102" providerId="LiveId" clId="{81C1D008-2529-498C-BFF7-7E8D43CD6733}" dt="2024-11-20T20:27:54.770" v="5043" actId="478"/>
          <ac:spMkLst>
            <pc:docMk/>
            <pc:sldMk cId="562489796" sldId="257"/>
            <ac:spMk id="4" creationId="{E6746541-1931-1201-A0FF-596595C96BA5}"/>
          </ac:spMkLst>
        </pc:spChg>
        <pc:spChg chg="add del mod">
          <ac:chgData name="Tobias Schwippel" userId="60502f33327bc102" providerId="LiveId" clId="{81C1D008-2529-498C-BFF7-7E8D43CD6733}" dt="2024-11-20T20:27:57.176" v="5044" actId="478"/>
          <ac:spMkLst>
            <pc:docMk/>
            <pc:sldMk cId="562489796" sldId="257"/>
            <ac:spMk id="5" creationId="{5FBCCE89-E52A-84E7-08C1-ECEBB96D4444}"/>
          </ac:spMkLst>
        </pc:spChg>
        <pc:spChg chg="add del mod">
          <ac:chgData name="Tobias Schwippel" userId="60502f33327bc102" providerId="LiveId" clId="{81C1D008-2529-498C-BFF7-7E8D43CD6733}" dt="2024-11-20T11:27:10.812" v="4011" actId="478"/>
          <ac:spMkLst>
            <pc:docMk/>
            <pc:sldMk cId="562489796" sldId="257"/>
            <ac:spMk id="6" creationId="{6AB881C5-A6EC-21CF-63BD-00DDCF080CBE}"/>
          </ac:spMkLst>
        </pc:spChg>
        <pc:spChg chg="add mod">
          <ac:chgData name="Tobias Schwippel" userId="60502f33327bc102" providerId="LiveId" clId="{81C1D008-2529-498C-BFF7-7E8D43CD6733}" dt="2024-11-20T20:27:58.090" v="5045"/>
          <ac:spMkLst>
            <pc:docMk/>
            <pc:sldMk cId="562489796" sldId="257"/>
            <ac:spMk id="6" creationId="{C0E9CBCE-C401-18EE-9DE2-651C7E57B055}"/>
          </ac:spMkLst>
        </pc:spChg>
        <pc:spChg chg="add mod">
          <ac:chgData name="Tobias Schwippel" userId="60502f33327bc102" providerId="LiveId" clId="{81C1D008-2529-498C-BFF7-7E8D43CD6733}" dt="2024-11-21T10:45:42.508" v="7736" actId="20577"/>
          <ac:spMkLst>
            <pc:docMk/>
            <pc:sldMk cId="562489796" sldId="257"/>
            <ac:spMk id="7" creationId="{DBE75200-5FE5-5649-F9A9-07DD17B9CB76}"/>
          </ac:spMkLst>
        </pc:spChg>
        <pc:spChg chg="mod">
          <ac:chgData name="Tobias Schwippel" userId="60502f33327bc102" providerId="LiveId" clId="{81C1D008-2529-498C-BFF7-7E8D43CD6733}" dt="2024-11-20T11:11:41.569" v="3696"/>
          <ac:spMkLst>
            <pc:docMk/>
            <pc:sldMk cId="562489796" sldId="257"/>
            <ac:spMk id="14" creationId="{B99B13EE-C85F-9FE5-5404-46A7B1C9301F}"/>
          </ac:spMkLst>
        </pc:spChg>
        <pc:spChg chg="mod">
          <ac:chgData name="Tobias Schwippel" userId="60502f33327bc102" providerId="LiveId" clId="{81C1D008-2529-498C-BFF7-7E8D43CD6733}" dt="2024-11-20T11:11:41.569" v="3696"/>
          <ac:spMkLst>
            <pc:docMk/>
            <pc:sldMk cId="562489796" sldId="257"/>
            <ac:spMk id="15" creationId="{A612EC9C-B0AA-1B38-B5AC-4B92C06C7EED}"/>
          </ac:spMkLst>
        </pc:spChg>
        <pc:spChg chg="add mod">
          <ac:chgData name="Tobias Schwippel" userId="60502f33327bc102" providerId="LiveId" clId="{81C1D008-2529-498C-BFF7-7E8D43CD6733}" dt="2024-11-21T09:44:49.309" v="6473" actId="113"/>
          <ac:spMkLst>
            <pc:docMk/>
            <pc:sldMk cId="562489796" sldId="257"/>
            <ac:spMk id="16" creationId="{CE64E6D4-30E6-D761-F9EA-12EB63955AB9}"/>
          </ac:spMkLst>
        </pc:spChg>
        <pc:spChg chg="add mod">
          <ac:chgData name="Tobias Schwippel" userId="60502f33327bc102" providerId="LiveId" clId="{81C1D008-2529-498C-BFF7-7E8D43CD6733}" dt="2024-11-21T09:28:19.618" v="6330" actId="20577"/>
          <ac:spMkLst>
            <pc:docMk/>
            <pc:sldMk cId="562489796" sldId="257"/>
            <ac:spMk id="18" creationId="{9B894CDF-2D1F-578B-B35B-13E019241F3F}"/>
          </ac:spMkLst>
        </pc:spChg>
        <pc:spChg chg="add mod">
          <ac:chgData name="Tobias Schwippel" userId="60502f33327bc102" providerId="LiveId" clId="{81C1D008-2529-498C-BFF7-7E8D43CD6733}" dt="2024-11-21T09:50:33.170" v="6491" actId="20577"/>
          <ac:spMkLst>
            <pc:docMk/>
            <pc:sldMk cId="562489796" sldId="257"/>
            <ac:spMk id="25" creationId="{6F620239-332A-659A-16EA-AC7371BD7B09}"/>
          </ac:spMkLst>
        </pc:spChg>
        <pc:spChg chg="add mod">
          <ac:chgData name="Tobias Schwippel" userId="60502f33327bc102" providerId="LiveId" clId="{81C1D008-2529-498C-BFF7-7E8D43CD6733}" dt="2024-11-21T09:43:34.192" v="6435" actId="20577"/>
          <ac:spMkLst>
            <pc:docMk/>
            <pc:sldMk cId="562489796" sldId="257"/>
            <ac:spMk id="26" creationId="{3DD536F4-493B-ECAF-7801-BF6B83A346C1}"/>
          </ac:spMkLst>
        </pc:spChg>
        <pc:spChg chg="add mod">
          <ac:chgData name="Tobias Schwippel" userId="60502f33327bc102" providerId="LiveId" clId="{81C1D008-2529-498C-BFF7-7E8D43CD6733}" dt="2024-11-21T09:52:37.091" v="6521" actId="20577"/>
          <ac:spMkLst>
            <pc:docMk/>
            <pc:sldMk cId="562489796" sldId="257"/>
            <ac:spMk id="27" creationId="{978A3C9F-26D7-F101-F19E-0ABF858CDFD3}"/>
          </ac:spMkLst>
        </pc:spChg>
        <pc:spChg chg="add mod">
          <ac:chgData name="Tobias Schwippel" userId="60502f33327bc102" providerId="LiveId" clId="{81C1D008-2529-498C-BFF7-7E8D43CD6733}" dt="2024-11-20T11:42:51.223" v="4445" actId="20577"/>
          <ac:spMkLst>
            <pc:docMk/>
            <pc:sldMk cId="562489796" sldId="257"/>
            <ac:spMk id="30" creationId="{60085156-695B-271E-93C1-C165A10ABF19}"/>
          </ac:spMkLst>
        </pc:spChg>
        <pc:spChg chg="mod">
          <ac:chgData name="Tobias Schwippel" userId="60502f33327bc102" providerId="LiveId" clId="{81C1D008-2529-498C-BFF7-7E8D43CD6733}" dt="2024-11-20T11:11:41.569" v="3696"/>
          <ac:spMkLst>
            <pc:docMk/>
            <pc:sldMk cId="562489796" sldId="257"/>
            <ac:spMk id="49" creationId="{706FF561-60E8-CCFE-5CD8-BDA461721CFB}"/>
          </ac:spMkLst>
        </pc:spChg>
        <pc:spChg chg="mod">
          <ac:chgData name="Tobias Schwippel" userId="60502f33327bc102" providerId="LiveId" clId="{81C1D008-2529-498C-BFF7-7E8D43CD6733}" dt="2024-11-20T11:11:41.569" v="3696"/>
          <ac:spMkLst>
            <pc:docMk/>
            <pc:sldMk cId="562489796" sldId="257"/>
            <ac:spMk id="50" creationId="{1374DD86-751E-C7E5-86A1-E0D631298FA0}"/>
          </ac:spMkLst>
        </pc:spChg>
        <pc:spChg chg="mod">
          <ac:chgData name="Tobias Schwippel" userId="60502f33327bc102" providerId="LiveId" clId="{81C1D008-2529-498C-BFF7-7E8D43CD6733}" dt="2024-11-20T11:11:41.569" v="3696"/>
          <ac:spMkLst>
            <pc:docMk/>
            <pc:sldMk cId="562489796" sldId="257"/>
            <ac:spMk id="51" creationId="{ECBD8FE3-AB2F-850C-AD39-7F060E834FC0}"/>
          </ac:spMkLst>
        </pc:spChg>
        <pc:grpChg chg="add del mod">
          <ac:chgData name="Tobias Schwippel" userId="60502f33327bc102" providerId="LiveId" clId="{81C1D008-2529-498C-BFF7-7E8D43CD6733}" dt="2024-11-20T11:12:02.234" v="3699" actId="21"/>
          <ac:grpSpMkLst>
            <pc:docMk/>
            <pc:sldMk cId="562489796" sldId="257"/>
            <ac:grpSpMk id="52" creationId="{85035050-C027-E33E-69B9-6AF9B6B7E42F}"/>
          </ac:grpSpMkLst>
        </pc:grpChg>
        <pc:graphicFrameChg chg="add del mod modGraphic">
          <ac:chgData name="Tobias Schwippel" userId="60502f33327bc102" providerId="LiveId" clId="{81C1D008-2529-498C-BFF7-7E8D43CD6733}" dt="2024-11-10T13:43:07.135" v="2178" actId="478"/>
          <ac:graphicFrameMkLst>
            <pc:docMk/>
            <pc:sldMk cId="562489796" sldId="257"/>
            <ac:graphicFrameMk id="6" creationId="{3F86F01D-5D15-8C4F-6575-FC0E6BCB9076}"/>
          </ac:graphicFrameMkLst>
        </pc:graphicFrameChg>
        <pc:graphicFrameChg chg="mod">
          <ac:chgData name="Tobias Schwippel" userId="60502f33327bc102" providerId="LiveId" clId="{81C1D008-2529-498C-BFF7-7E8D43CD6733}" dt="2024-11-20T11:11:41.569" v="3696"/>
          <ac:graphicFrameMkLst>
            <pc:docMk/>
            <pc:sldMk cId="562489796" sldId="257"/>
            <ac:graphicFrameMk id="9" creationId="{ABB87B66-7A85-2C2B-6E5F-8F1BC7819DBC}"/>
          </ac:graphicFrameMkLst>
        </pc:graphicFrameChg>
        <pc:picChg chg="add mod">
          <ac:chgData name="Tobias Schwippel" userId="60502f33327bc102" providerId="LiveId" clId="{81C1D008-2529-498C-BFF7-7E8D43CD6733}" dt="2024-11-20T11:41:37.690" v="4384" actId="1076"/>
          <ac:picMkLst>
            <pc:docMk/>
            <pc:sldMk cId="562489796" sldId="257"/>
            <ac:picMk id="8" creationId="{3108336B-026C-512D-030B-0C1B267DBC04}"/>
          </ac:picMkLst>
        </pc:picChg>
        <pc:picChg chg="add mod">
          <ac:chgData name="Tobias Schwippel" userId="60502f33327bc102" providerId="LiveId" clId="{81C1D008-2529-498C-BFF7-7E8D43CD6733}" dt="2024-11-20T11:41:37.690" v="4384" actId="1076"/>
          <ac:picMkLst>
            <pc:docMk/>
            <pc:sldMk cId="562489796" sldId="257"/>
            <ac:picMk id="12" creationId="{6722B01F-1199-98F2-65D5-607E88D098FD}"/>
          </ac:picMkLst>
        </pc:picChg>
        <pc:picChg chg="mod">
          <ac:chgData name="Tobias Schwippel" userId="60502f33327bc102" providerId="LiveId" clId="{81C1D008-2529-498C-BFF7-7E8D43CD6733}" dt="2024-11-20T11:11:41.569" v="3696"/>
          <ac:picMkLst>
            <pc:docMk/>
            <pc:sldMk cId="562489796" sldId="257"/>
            <ac:picMk id="17" creationId="{C1E028B9-E704-FFEA-EFD2-F8739F073F82}"/>
          </ac:picMkLst>
        </pc:picChg>
        <pc:picChg chg="add mod">
          <ac:chgData name="Tobias Schwippel" userId="60502f33327bc102" providerId="LiveId" clId="{81C1D008-2529-498C-BFF7-7E8D43CD6733}" dt="2024-11-20T11:41:37.690" v="4384" actId="1076"/>
          <ac:picMkLst>
            <pc:docMk/>
            <pc:sldMk cId="562489796" sldId="257"/>
            <ac:picMk id="20" creationId="{5A9B978E-B2EB-0ADD-FB22-F2A142C992EC}"/>
          </ac:picMkLst>
        </pc:picChg>
        <pc:picChg chg="add mod">
          <ac:chgData name="Tobias Schwippel" userId="60502f33327bc102" providerId="LiveId" clId="{81C1D008-2529-498C-BFF7-7E8D43CD6733}" dt="2024-11-20T11:41:37.690" v="4384" actId="1076"/>
          <ac:picMkLst>
            <pc:docMk/>
            <pc:sldMk cId="562489796" sldId="257"/>
            <ac:picMk id="22" creationId="{E28587BE-84F1-C9C4-F960-6830CFBEB692}"/>
          </ac:picMkLst>
        </pc:picChg>
        <pc:picChg chg="add mod">
          <ac:chgData name="Tobias Schwippel" userId="60502f33327bc102" providerId="LiveId" clId="{81C1D008-2529-498C-BFF7-7E8D43CD6733}" dt="2024-11-20T11:41:37.690" v="4384" actId="1076"/>
          <ac:picMkLst>
            <pc:docMk/>
            <pc:sldMk cId="562489796" sldId="257"/>
            <ac:picMk id="24" creationId="{D1ED33F7-65B2-AA78-40BD-7AEF68CDBAC8}"/>
          </ac:picMkLst>
        </pc:picChg>
        <pc:picChg chg="add mod">
          <ac:chgData name="Tobias Schwippel" userId="60502f33327bc102" providerId="LiveId" clId="{81C1D008-2529-498C-BFF7-7E8D43CD6733}" dt="2024-11-20T11:41:37.690" v="4384" actId="1076"/>
          <ac:picMkLst>
            <pc:docMk/>
            <pc:sldMk cId="562489796" sldId="257"/>
            <ac:picMk id="29" creationId="{9CBB0AFA-2F95-F00D-F377-23F3AC116A23}"/>
          </ac:picMkLst>
        </pc:picChg>
        <pc:picChg chg="mod">
          <ac:chgData name="Tobias Schwippel" userId="60502f33327bc102" providerId="LiveId" clId="{81C1D008-2529-498C-BFF7-7E8D43CD6733}" dt="2024-11-20T11:11:41.569" v="3696"/>
          <ac:picMkLst>
            <pc:docMk/>
            <pc:sldMk cId="562489796" sldId="257"/>
            <ac:picMk id="41" creationId="{08CBDE5A-7E87-A88F-0D72-37F78333ADB0}"/>
          </ac:picMkLst>
        </pc:picChg>
        <pc:picChg chg="mod">
          <ac:chgData name="Tobias Schwippel" userId="60502f33327bc102" providerId="LiveId" clId="{81C1D008-2529-498C-BFF7-7E8D43CD6733}" dt="2024-11-20T11:11:41.569" v="3696"/>
          <ac:picMkLst>
            <pc:docMk/>
            <pc:sldMk cId="562489796" sldId="257"/>
            <ac:picMk id="43" creationId="{59DA0DD5-7488-444B-6695-582483DA5094}"/>
          </ac:picMkLst>
        </pc:picChg>
        <pc:picChg chg="mod">
          <ac:chgData name="Tobias Schwippel" userId="60502f33327bc102" providerId="LiveId" clId="{81C1D008-2529-498C-BFF7-7E8D43CD6733}" dt="2024-11-20T11:11:41.569" v="3696"/>
          <ac:picMkLst>
            <pc:docMk/>
            <pc:sldMk cId="562489796" sldId="257"/>
            <ac:picMk id="45" creationId="{E0AC25DF-994E-98F5-01BC-1BE9D7B6D479}"/>
          </ac:picMkLst>
        </pc:picChg>
        <pc:picChg chg="mod">
          <ac:chgData name="Tobias Schwippel" userId="60502f33327bc102" providerId="LiveId" clId="{81C1D008-2529-498C-BFF7-7E8D43CD6733}" dt="2024-11-20T11:11:41.569" v="3696"/>
          <ac:picMkLst>
            <pc:docMk/>
            <pc:sldMk cId="562489796" sldId="257"/>
            <ac:picMk id="47" creationId="{606FBD7F-EC14-BFB9-D7C1-9D45E8D7185B}"/>
          </ac:picMkLst>
        </pc:picChg>
        <pc:picChg chg="add del mod">
          <ac:chgData name="Tobias Schwippel" userId="60502f33327bc102" providerId="LiveId" clId="{81C1D008-2529-498C-BFF7-7E8D43CD6733}" dt="2024-11-20T11:23:51.897" v="3851" actId="478"/>
          <ac:picMkLst>
            <pc:docMk/>
            <pc:sldMk cId="562489796" sldId="257"/>
            <ac:picMk id="1026" creationId="{86890F5D-DE81-ACE5-3AA6-26DBE51FED2F}"/>
          </ac:picMkLst>
        </pc:picChg>
        <pc:picChg chg="add del mod">
          <ac:chgData name="Tobias Schwippel" userId="60502f33327bc102" providerId="LiveId" clId="{81C1D008-2529-498C-BFF7-7E8D43CD6733}" dt="2024-11-10T13:41:25.754" v="2175" actId="478"/>
          <ac:picMkLst>
            <pc:docMk/>
            <pc:sldMk cId="562489796" sldId="257"/>
            <ac:picMk id="3074" creationId="{DA30A8A8-EC0B-8EE9-71E1-FD15CB0D74A2}"/>
          </ac:picMkLst>
        </pc:picChg>
        <pc:picChg chg="add del mod">
          <ac:chgData name="Tobias Schwippel" userId="60502f33327bc102" providerId="LiveId" clId="{81C1D008-2529-498C-BFF7-7E8D43CD6733}" dt="2024-11-10T13:46:58.037" v="2182" actId="21"/>
          <ac:picMkLst>
            <pc:docMk/>
            <pc:sldMk cId="562489796" sldId="257"/>
            <ac:picMk id="3076" creationId="{42737C07-9B4E-2A1F-E354-7AEA3189EF96}"/>
          </ac:picMkLst>
        </pc:picChg>
        <pc:cxnChg chg="mod">
          <ac:chgData name="Tobias Schwippel" userId="60502f33327bc102" providerId="LiveId" clId="{81C1D008-2529-498C-BFF7-7E8D43CD6733}" dt="2024-11-20T11:11:41.569" v="3696"/>
          <ac:cxnSpMkLst>
            <pc:docMk/>
            <pc:sldMk cId="562489796" sldId="257"/>
            <ac:cxnSpMk id="11" creationId="{28F236BB-4244-EEA2-E865-F4969DF94DDD}"/>
          </ac:cxnSpMkLst>
        </pc:cxnChg>
        <pc:cxnChg chg="mod">
          <ac:chgData name="Tobias Schwippel" userId="60502f33327bc102" providerId="LiveId" clId="{81C1D008-2529-498C-BFF7-7E8D43CD6733}" dt="2024-11-20T11:11:41.569" v="3696"/>
          <ac:cxnSpMkLst>
            <pc:docMk/>
            <pc:sldMk cId="562489796" sldId="257"/>
            <ac:cxnSpMk id="13" creationId="{4CCDA80F-EF90-1EA5-7E07-333DDEEA5B99}"/>
          </ac:cxnSpMkLst>
        </pc:cxnChg>
      </pc:sldChg>
      <pc:sldChg chg="addSp delSp modSp del mod">
        <pc:chgData name="Tobias Schwippel" userId="60502f33327bc102" providerId="LiveId" clId="{81C1D008-2529-498C-BFF7-7E8D43CD6733}" dt="2024-11-20T11:11:12.501" v="3693" actId="47"/>
        <pc:sldMkLst>
          <pc:docMk/>
          <pc:sldMk cId="2750151592" sldId="258"/>
        </pc:sldMkLst>
        <pc:spChg chg="mod">
          <ac:chgData name="Tobias Schwippel" userId="60502f33327bc102" providerId="LiveId" clId="{81C1D008-2529-498C-BFF7-7E8D43CD6733}" dt="2024-11-10T13:47:06.659" v="2187" actId="1076"/>
          <ac:spMkLst>
            <pc:docMk/>
            <pc:sldMk cId="2750151592" sldId="258"/>
            <ac:spMk id="3" creationId="{1E4117FF-91AE-CF8B-8ACF-D6F6F5BF2A34}"/>
          </ac:spMkLst>
        </pc:spChg>
        <pc:spChg chg="add mod">
          <ac:chgData name="Tobias Schwippel" userId="60502f33327bc102" providerId="LiveId" clId="{81C1D008-2529-498C-BFF7-7E8D43CD6733}" dt="2024-11-10T13:47:32.446" v="2208" actId="1076"/>
          <ac:spMkLst>
            <pc:docMk/>
            <pc:sldMk cId="2750151592" sldId="258"/>
            <ac:spMk id="6" creationId="{1C74E480-132D-6AB1-C67F-344B5631FC5F}"/>
          </ac:spMkLst>
        </pc:spChg>
        <pc:spChg chg="add del mod">
          <ac:chgData name="Tobias Schwippel" userId="60502f33327bc102" providerId="LiveId" clId="{81C1D008-2529-498C-BFF7-7E8D43CD6733}" dt="2024-11-10T13:53:06.721" v="2379"/>
          <ac:spMkLst>
            <pc:docMk/>
            <pc:sldMk cId="2750151592" sldId="258"/>
            <ac:spMk id="7" creationId="{26CCC9C9-62BB-2807-676F-1619F61576DD}"/>
          </ac:spMkLst>
        </pc:spChg>
        <pc:picChg chg="add del mod">
          <ac:chgData name="Tobias Schwippel" userId="60502f33327bc102" providerId="LiveId" clId="{81C1D008-2529-498C-BFF7-7E8D43CD6733}" dt="2024-11-20T11:11:09.339" v="3692" actId="478"/>
          <ac:picMkLst>
            <pc:docMk/>
            <pc:sldMk cId="2750151592" sldId="258"/>
            <ac:picMk id="3076" creationId="{42737C07-9B4E-2A1F-E354-7AEA3189EF96}"/>
          </ac:picMkLst>
        </pc:picChg>
      </pc:sldChg>
      <pc:sldChg chg="del">
        <pc:chgData name="Tobias Schwippel" userId="60502f33327bc102" providerId="LiveId" clId="{81C1D008-2529-498C-BFF7-7E8D43CD6733}" dt="2024-11-10T13:29:04.646" v="1901" actId="47"/>
        <pc:sldMkLst>
          <pc:docMk/>
          <pc:sldMk cId="90476080" sldId="259"/>
        </pc:sldMkLst>
      </pc:sldChg>
      <pc:sldChg chg="addSp delSp modSp del mod">
        <pc:chgData name="Tobias Schwippel" userId="60502f33327bc102" providerId="LiveId" clId="{81C1D008-2529-498C-BFF7-7E8D43CD6733}" dt="2024-11-20T20:58:13.653" v="5616" actId="47"/>
        <pc:sldMkLst>
          <pc:docMk/>
          <pc:sldMk cId="238293144" sldId="261"/>
        </pc:sldMkLst>
        <pc:spChg chg="del">
          <ac:chgData name="Tobias Schwippel" userId="60502f33327bc102" providerId="LiveId" clId="{81C1D008-2529-498C-BFF7-7E8D43CD6733}" dt="2024-11-20T20:28:21.805" v="5053" actId="478"/>
          <ac:spMkLst>
            <pc:docMk/>
            <pc:sldMk cId="238293144" sldId="261"/>
            <ac:spMk id="4" creationId="{8C63C38C-F4E6-F721-B4DC-5BC8FD6A5A49}"/>
          </ac:spMkLst>
        </pc:spChg>
        <pc:spChg chg="del">
          <ac:chgData name="Tobias Schwippel" userId="60502f33327bc102" providerId="LiveId" clId="{81C1D008-2529-498C-BFF7-7E8D43CD6733}" dt="2024-11-20T20:28:23.878" v="5054" actId="478"/>
          <ac:spMkLst>
            <pc:docMk/>
            <pc:sldMk cId="238293144" sldId="261"/>
            <ac:spMk id="5" creationId="{E679F841-C5D6-214A-FB85-21DD729BF91E}"/>
          </ac:spMkLst>
        </pc:spChg>
        <pc:spChg chg="add mod">
          <ac:chgData name="Tobias Schwippel" userId="60502f33327bc102" providerId="LiveId" clId="{81C1D008-2529-498C-BFF7-7E8D43CD6733}" dt="2024-11-20T20:28:24.635" v="5055"/>
          <ac:spMkLst>
            <pc:docMk/>
            <pc:sldMk cId="238293144" sldId="261"/>
            <ac:spMk id="6" creationId="{8FC3166D-8D0C-6679-28B2-674016BD9A36}"/>
          </ac:spMkLst>
        </pc:spChg>
        <pc:spChg chg="add mod">
          <ac:chgData name="Tobias Schwippel" userId="60502f33327bc102" providerId="LiveId" clId="{81C1D008-2529-498C-BFF7-7E8D43CD6733}" dt="2024-11-20T20:28:24.635" v="5055"/>
          <ac:spMkLst>
            <pc:docMk/>
            <pc:sldMk cId="238293144" sldId="261"/>
            <ac:spMk id="7" creationId="{A5CA854B-B93F-37BC-F456-B060F7AAF57C}"/>
          </ac:spMkLst>
        </pc:spChg>
      </pc:sldChg>
      <pc:sldChg chg="addSp delSp modSp del mod">
        <pc:chgData name="Tobias Schwippel" userId="60502f33327bc102" providerId="LiveId" clId="{81C1D008-2529-498C-BFF7-7E8D43CD6733}" dt="2024-11-20T20:58:14.678" v="5617" actId="47"/>
        <pc:sldMkLst>
          <pc:docMk/>
          <pc:sldMk cId="261938085" sldId="262"/>
        </pc:sldMkLst>
        <pc:spChg chg="del">
          <ac:chgData name="Tobias Schwippel" userId="60502f33327bc102" providerId="LiveId" clId="{81C1D008-2529-498C-BFF7-7E8D43CD6733}" dt="2024-11-20T20:28:28.555" v="5056" actId="478"/>
          <ac:spMkLst>
            <pc:docMk/>
            <pc:sldMk cId="261938085" sldId="262"/>
            <ac:spMk id="4" creationId="{4246D6B5-A4CD-0930-CD97-1EA8C8F31DC2}"/>
          </ac:spMkLst>
        </pc:spChg>
        <pc:spChg chg="del">
          <ac:chgData name="Tobias Schwippel" userId="60502f33327bc102" providerId="LiveId" clId="{81C1D008-2529-498C-BFF7-7E8D43CD6733}" dt="2024-11-20T20:28:30.206" v="5057" actId="478"/>
          <ac:spMkLst>
            <pc:docMk/>
            <pc:sldMk cId="261938085" sldId="262"/>
            <ac:spMk id="5" creationId="{CA5C9969-6586-8E97-384E-08ADD5898E98}"/>
          </ac:spMkLst>
        </pc:spChg>
        <pc:spChg chg="add mod">
          <ac:chgData name="Tobias Schwippel" userId="60502f33327bc102" providerId="LiveId" clId="{81C1D008-2529-498C-BFF7-7E8D43CD6733}" dt="2024-11-20T20:28:31.139" v="5058"/>
          <ac:spMkLst>
            <pc:docMk/>
            <pc:sldMk cId="261938085" sldId="262"/>
            <ac:spMk id="6" creationId="{B98EF7E0-C0FF-051A-B0B7-1D84EE0EA976}"/>
          </ac:spMkLst>
        </pc:spChg>
        <pc:spChg chg="add mod">
          <ac:chgData name="Tobias Schwippel" userId="60502f33327bc102" providerId="LiveId" clId="{81C1D008-2529-498C-BFF7-7E8D43CD6733}" dt="2024-11-20T20:28:31.139" v="5058"/>
          <ac:spMkLst>
            <pc:docMk/>
            <pc:sldMk cId="261938085" sldId="262"/>
            <ac:spMk id="7" creationId="{860C8CD8-5B49-6CD9-8DC8-052EDC978294}"/>
          </ac:spMkLst>
        </pc:spChg>
      </pc:sldChg>
      <pc:sldChg chg="addSp delSp modSp del mod">
        <pc:chgData name="Tobias Schwippel" userId="60502f33327bc102" providerId="LiveId" clId="{81C1D008-2529-498C-BFF7-7E8D43CD6733}" dt="2024-11-20T20:58:17.522" v="5618" actId="47"/>
        <pc:sldMkLst>
          <pc:docMk/>
          <pc:sldMk cId="923347153" sldId="263"/>
        </pc:sldMkLst>
        <pc:spChg chg="del">
          <ac:chgData name="Tobias Schwippel" userId="60502f33327bc102" providerId="LiveId" clId="{81C1D008-2529-498C-BFF7-7E8D43CD6733}" dt="2024-11-20T20:28:34.751" v="5059" actId="478"/>
          <ac:spMkLst>
            <pc:docMk/>
            <pc:sldMk cId="923347153" sldId="263"/>
            <ac:spMk id="4" creationId="{B63945D3-DDAA-A738-0FF8-B9D51025A278}"/>
          </ac:spMkLst>
        </pc:spChg>
        <pc:spChg chg="del">
          <ac:chgData name="Tobias Schwippel" userId="60502f33327bc102" providerId="LiveId" clId="{81C1D008-2529-498C-BFF7-7E8D43CD6733}" dt="2024-11-20T20:28:36.774" v="5060" actId="478"/>
          <ac:spMkLst>
            <pc:docMk/>
            <pc:sldMk cId="923347153" sldId="263"/>
            <ac:spMk id="5" creationId="{F8EA7FD0-9D56-3754-7403-A18BAE06068F}"/>
          </ac:spMkLst>
        </pc:spChg>
        <pc:spChg chg="add mod">
          <ac:chgData name="Tobias Schwippel" userId="60502f33327bc102" providerId="LiveId" clId="{81C1D008-2529-498C-BFF7-7E8D43CD6733}" dt="2024-11-20T20:28:37.618" v="5061"/>
          <ac:spMkLst>
            <pc:docMk/>
            <pc:sldMk cId="923347153" sldId="263"/>
            <ac:spMk id="6" creationId="{EF92339E-4C04-0C17-DA52-7D161FB5FDCF}"/>
          </ac:spMkLst>
        </pc:spChg>
        <pc:spChg chg="add mod">
          <ac:chgData name="Tobias Schwippel" userId="60502f33327bc102" providerId="LiveId" clId="{81C1D008-2529-498C-BFF7-7E8D43CD6733}" dt="2024-11-20T20:28:37.618" v="5061"/>
          <ac:spMkLst>
            <pc:docMk/>
            <pc:sldMk cId="923347153" sldId="263"/>
            <ac:spMk id="7" creationId="{36993542-E753-0647-7D6D-8165B063F9F4}"/>
          </ac:spMkLst>
        </pc:spChg>
      </pc:sldChg>
      <pc:sldChg chg="addSp delSp modSp mod ord modAnim">
        <pc:chgData name="Tobias Schwippel" userId="60502f33327bc102" providerId="LiveId" clId="{81C1D008-2529-498C-BFF7-7E8D43CD6733}" dt="2024-11-21T15:01:38.919" v="8421" actId="1076"/>
        <pc:sldMkLst>
          <pc:docMk/>
          <pc:sldMk cId="2234061427" sldId="264"/>
        </pc:sldMkLst>
        <pc:spChg chg="mod">
          <ac:chgData name="Tobias Schwippel" userId="60502f33327bc102" providerId="LiveId" clId="{81C1D008-2529-498C-BFF7-7E8D43CD6733}" dt="2024-11-10T12:49:43.369" v="660" actId="1076"/>
          <ac:spMkLst>
            <pc:docMk/>
            <pc:sldMk cId="2234061427" sldId="264"/>
            <ac:spMk id="2" creationId="{47A5D164-275F-9F2D-A5A8-0469CDA4E62C}"/>
          </ac:spMkLst>
        </pc:spChg>
        <pc:spChg chg="add mod">
          <ac:chgData name="Tobias Schwippel" userId="60502f33327bc102" providerId="LiveId" clId="{81C1D008-2529-498C-BFF7-7E8D43CD6733}" dt="2024-11-20T20:22:48.768" v="5012" actId="20577"/>
          <ac:spMkLst>
            <pc:docMk/>
            <pc:sldMk cId="2234061427" sldId="264"/>
            <ac:spMk id="3" creationId="{369E3C65-C2EE-CC8A-14DB-DD300C125C1D}"/>
          </ac:spMkLst>
        </pc:spChg>
        <pc:spChg chg="del mod">
          <ac:chgData name="Tobias Schwippel" userId="60502f33327bc102" providerId="LiveId" clId="{81C1D008-2529-498C-BFF7-7E8D43CD6733}" dt="2024-11-10T12:23:04.028" v="16" actId="478"/>
          <ac:spMkLst>
            <pc:docMk/>
            <pc:sldMk cId="2234061427" sldId="264"/>
            <ac:spMk id="3" creationId="{BFDAD79D-818A-7948-47AF-050DD162E687}"/>
          </ac:spMkLst>
        </pc:spChg>
        <pc:spChg chg="del">
          <ac:chgData name="Tobias Schwippel" userId="60502f33327bc102" providerId="LiveId" clId="{81C1D008-2529-498C-BFF7-7E8D43CD6733}" dt="2024-11-20T20:28:14.031" v="5050" actId="478"/>
          <ac:spMkLst>
            <pc:docMk/>
            <pc:sldMk cId="2234061427" sldId="264"/>
            <ac:spMk id="4" creationId="{BF3C38A7-BE6C-679F-34C1-DAC9194B06F9}"/>
          </ac:spMkLst>
        </pc:spChg>
        <pc:spChg chg="del">
          <ac:chgData name="Tobias Schwippel" userId="60502f33327bc102" providerId="LiveId" clId="{81C1D008-2529-498C-BFF7-7E8D43CD6733}" dt="2024-11-20T20:28:15.860" v="5051" actId="478"/>
          <ac:spMkLst>
            <pc:docMk/>
            <pc:sldMk cId="2234061427" sldId="264"/>
            <ac:spMk id="5" creationId="{B3A88CF3-0DC0-56AE-517E-BE0215516A09}"/>
          </ac:spMkLst>
        </pc:spChg>
        <pc:spChg chg="add del mod">
          <ac:chgData name="Tobias Schwippel" userId="60502f33327bc102" providerId="LiveId" clId="{81C1D008-2529-498C-BFF7-7E8D43CD6733}" dt="2024-11-10T12:46:22.212" v="507" actId="478"/>
          <ac:spMkLst>
            <pc:docMk/>
            <pc:sldMk cId="2234061427" sldId="264"/>
            <ac:spMk id="7" creationId="{9B786144-7666-6DE2-B4B3-088BE08B7E53}"/>
          </ac:spMkLst>
        </pc:spChg>
        <pc:spChg chg="add mod">
          <ac:chgData name="Tobias Schwippel" userId="60502f33327bc102" providerId="LiveId" clId="{81C1D008-2529-498C-BFF7-7E8D43CD6733}" dt="2024-11-20T20:28:16.731" v="5052"/>
          <ac:spMkLst>
            <pc:docMk/>
            <pc:sldMk cId="2234061427" sldId="264"/>
            <ac:spMk id="7" creationId="{CDDD8C6B-FB3B-CAFE-6F7B-7A2272473AD2}"/>
          </ac:spMkLst>
        </pc:spChg>
        <pc:spChg chg="add mod">
          <ac:chgData name="Tobias Schwippel" userId="60502f33327bc102" providerId="LiveId" clId="{81C1D008-2529-498C-BFF7-7E8D43CD6733}" dt="2024-11-10T12:48:34.168" v="626" actId="554"/>
          <ac:spMkLst>
            <pc:docMk/>
            <pc:sldMk cId="2234061427" sldId="264"/>
            <ac:spMk id="8" creationId="{DDD71550-B5E8-BF95-8D07-3343272326A5}"/>
          </ac:spMkLst>
        </pc:spChg>
        <pc:spChg chg="add mod">
          <ac:chgData name="Tobias Schwippel" userId="60502f33327bc102" providerId="LiveId" clId="{81C1D008-2529-498C-BFF7-7E8D43CD6733}" dt="2024-11-21T15:01:38.919" v="8421" actId="1076"/>
          <ac:spMkLst>
            <pc:docMk/>
            <pc:sldMk cId="2234061427" sldId="264"/>
            <ac:spMk id="9" creationId="{3E670362-941D-6DE3-E3F7-67733DABEDC0}"/>
          </ac:spMkLst>
        </pc:spChg>
        <pc:spChg chg="add mod">
          <ac:chgData name="Tobias Schwippel" userId="60502f33327bc102" providerId="LiveId" clId="{81C1D008-2529-498C-BFF7-7E8D43CD6733}" dt="2024-11-10T12:48:34.168" v="626" actId="554"/>
          <ac:spMkLst>
            <pc:docMk/>
            <pc:sldMk cId="2234061427" sldId="264"/>
            <ac:spMk id="10" creationId="{43024B48-9D29-B741-7229-3B71C9703DD5}"/>
          </ac:spMkLst>
        </pc:spChg>
        <pc:spChg chg="add mod">
          <ac:chgData name="Tobias Schwippel" userId="60502f33327bc102" providerId="LiveId" clId="{81C1D008-2529-498C-BFF7-7E8D43CD6733}" dt="2024-11-10T12:49:09.523" v="658" actId="1076"/>
          <ac:spMkLst>
            <pc:docMk/>
            <pc:sldMk cId="2234061427" sldId="264"/>
            <ac:spMk id="11" creationId="{251BB127-DC39-301C-967D-46C01FC9C752}"/>
          </ac:spMkLst>
        </pc:spChg>
        <pc:spChg chg="add mod">
          <ac:chgData name="Tobias Schwippel" userId="60502f33327bc102" providerId="LiveId" clId="{81C1D008-2529-498C-BFF7-7E8D43CD6733}" dt="2024-11-20T20:28:16.731" v="5052"/>
          <ac:spMkLst>
            <pc:docMk/>
            <pc:sldMk cId="2234061427" sldId="264"/>
            <ac:spMk id="12" creationId="{727B3F55-55A1-2C59-CD14-E91D90EE3C28}"/>
          </ac:spMkLst>
        </pc:spChg>
        <pc:spChg chg="add mod">
          <ac:chgData name="Tobias Schwippel" userId="60502f33327bc102" providerId="LiveId" clId="{81C1D008-2529-498C-BFF7-7E8D43CD6733}" dt="2024-11-20T21:03:43.351" v="5679" actId="122"/>
          <ac:spMkLst>
            <pc:docMk/>
            <pc:sldMk cId="2234061427" sldId="264"/>
            <ac:spMk id="14" creationId="{996DC6C1-8988-FEE2-F4B7-8A61F39EAC91}"/>
          </ac:spMkLst>
        </pc:spChg>
        <pc:picChg chg="add mod">
          <ac:chgData name="Tobias Schwippel" userId="60502f33327bc102" providerId="LiveId" clId="{81C1D008-2529-498C-BFF7-7E8D43CD6733}" dt="2024-11-10T12:49:18.978" v="659" actId="2085"/>
          <ac:picMkLst>
            <pc:docMk/>
            <pc:sldMk cId="2234061427" sldId="264"/>
            <ac:picMk id="6" creationId="{3634AC36-9456-3BC8-FF30-20EA9BD3EDE0}"/>
          </ac:picMkLst>
        </pc:picChg>
        <pc:picChg chg="add mod">
          <ac:chgData name="Tobias Schwippel" userId="60502f33327bc102" providerId="LiveId" clId="{81C1D008-2529-498C-BFF7-7E8D43CD6733}" dt="2024-11-20T21:02:35.309" v="5639" actId="1076"/>
          <ac:picMkLst>
            <pc:docMk/>
            <pc:sldMk cId="2234061427" sldId="264"/>
            <ac:picMk id="13" creationId="{AB847F22-6092-34DA-BA77-4CE3B46CE403}"/>
          </ac:picMkLst>
        </pc:picChg>
        <pc:picChg chg="add mod">
          <ac:chgData name="Tobias Schwippel" userId="60502f33327bc102" providerId="LiveId" clId="{81C1D008-2529-498C-BFF7-7E8D43CD6733}" dt="2024-11-21T11:27:39.091" v="8265" actId="1076"/>
          <ac:picMkLst>
            <pc:docMk/>
            <pc:sldMk cId="2234061427" sldId="264"/>
            <ac:picMk id="18" creationId="{96E43AC7-01B6-8C18-108E-AAFF98FD75BB}"/>
          </ac:picMkLst>
        </pc:picChg>
      </pc:sldChg>
      <pc:sldChg chg="addSp delSp modSp mod modAnim">
        <pc:chgData name="Tobias Schwippel" userId="60502f33327bc102" providerId="LiveId" clId="{81C1D008-2529-498C-BFF7-7E8D43CD6733}" dt="2024-11-21T11:28:29.570" v="8273" actId="1076"/>
        <pc:sldMkLst>
          <pc:docMk/>
          <pc:sldMk cId="1232369008" sldId="265"/>
        </pc:sldMkLst>
        <pc:spChg chg="mod">
          <ac:chgData name="Tobias Schwippel" userId="60502f33327bc102" providerId="LiveId" clId="{81C1D008-2529-498C-BFF7-7E8D43CD6733}" dt="2024-11-10T12:26:21.045" v="102" actId="1076"/>
          <ac:spMkLst>
            <pc:docMk/>
            <pc:sldMk cId="1232369008" sldId="265"/>
            <ac:spMk id="2" creationId="{E3346976-178B-02BE-31DE-977DCFEA6B80}"/>
          </ac:spMkLst>
        </pc:spChg>
        <pc:spChg chg="del mod">
          <ac:chgData name="Tobias Schwippel" userId="60502f33327bc102" providerId="LiveId" clId="{81C1D008-2529-498C-BFF7-7E8D43CD6733}" dt="2024-11-10T12:26:07.174" v="84" actId="478"/>
          <ac:spMkLst>
            <pc:docMk/>
            <pc:sldMk cId="1232369008" sldId="265"/>
            <ac:spMk id="3" creationId="{4A581443-D4F1-8E64-8EC4-44F9B29C046C}"/>
          </ac:spMkLst>
        </pc:spChg>
        <pc:spChg chg="add mod">
          <ac:chgData name="Tobias Schwippel" userId="60502f33327bc102" providerId="LiveId" clId="{81C1D008-2529-498C-BFF7-7E8D43CD6733}" dt="2024-11-20T20:28:45.019" v="5064"/>
          <ac:spMkLst>
            <pc:docMk/>
            <pc:sldMk cId="1232369008" sldId="265"/>
            <ac:spMk id="3" creationId="{B75228E0-C932-3B7C-D896-BA083EE01F8A}"/>
          </ac:spMkLst>
        </pc:spChg>
        <pc:spChg chg="del">
          <ac:chgData name="Tobias Schwippel" userId="60502f33327bc102" providerId="LiveId" clId="{81C1D008-2529-498C-BFF7-7E8D43CD6733}" dt="2024-11-20T20:28:41.286" v="5062" actId="478"/>
          <ac:spMkLst>
            <pc:docMk/>
            <pc:sldMk cId="1232369008" sldId="265"/>
            <ac:spMk id="4" creationId="{D938880B-9BF0-1CFB-2628-38104D20AC1C}"/>
          </ac:spMkLst>
        </pc:spChg>
        <pc:spChg chg="del">
          <ac:chgData name="Tobias Schwippel" userId="60502f33327bc102" providerId="LiveId" clId="{81C1D008-2529-498C-BFF7-7E8D43CD6733}" dt="2024-11-20T20:28:44.281" v="5063" actId="478"/>
          <ac:spMkLst>
            <pc:docMk/>
            <pc:sldMk cId="1232369008" sldId="265"/>
            <ac:spMk id="5" creationId="{7E49046F-3F82-440B-9B22-F95199A7D505}"/>
          </ac:spMkLst>
        </pc:spChg>
        <pc:spChg chg="add mod">
          <ac:chgData name="Tobias Schwippel" userId="60502f33327bc102" providerId="LiveId" clId="{81C1D008-2529-498C-BFF7-7E8D43CD6733}" dt="2024-11-10T13:03:24.253" v="1341" actId="1076"/>
          <ac:spMkLst>
            <pc:docMk/>
            <pc:sldMk cId="1232369008" sldId="265"/>
            <ac:spMk id="7" creationId="{2B862850-A0F9-BE16-9A54-8080D8ED5D41}"/>
          </ac:spMkLst>
        </pc:spChg>
        <pc:spChg chg="add mod">
          <ac:chgData name="Tobias Schwippel" userId="60502f33327bc102" providerId="LiveId" clId="{81C1D008-2529-498C-BFF7-7E8D43CD6733}" dt="2024-11-10T13:04:13.612" v="1429" actId="20577"/>
          <ac:spMkLst>
            <pc:docMk/>
            <pc:sldMk cId="1232369008" sldId="265"/>
            <ac:spMk id="8" creationId="{1689F7CA-31AE-44CD-2F67-24D2C71D0D6F}"/>
          </ac:spMkLst>
        </pc:spChg>
        <pc:spChg chg="add mod">
          <ac:chgData name="Tobias Schwippel" userId="60502f33327bc102" providerId="LiveId" clId="{81C1D008-2529-498C-BFF7-7E8D43CD6733}" dt="2024-11-20T20:28:45.019" v="5064"/>
          <ac:spMkLst>
            <pc:docMk/>
            <pc:sldMk cId="1232369008" sldId="265"/>
            <ac:spMk id="9" creationId="{5A10EB2C-834E-955C-7286-1FBF6AE78F99}"/>
          </ac:spMkLst>
        </pc:spChg>
        <pc:spChg chg="add mod">
          <ac:chgData name="Tobias Schwippel" userId="60502f33327bc102" providerId="LiveId" clId="{81C1D008-2529-498C-BFF7-7E8D43CD6733}" dt="2024-11-20T20:59:36.583" v="5621" actId="2085"/>
          <ac:spMkLst>
            <pc:docMk/>
            <pc:sldMk cId="1232369008" sldId="265"/>
            <ac:spMk id="10" creationId="{4ED8A07F-16AA-952C-27F9-3EBBADFFCE42}"/>
          </ac:spMkLst>
        </pc:spChg>
        <pc:spChg chg="add mod">
          <ac:chgData name="Tobias Schwippel" userId="60502f33327bc102" providerId="LiveId" clId="{81C1D008-2529-498C-BFF7-7E8D43CD6733}" dt="2024-11-20T21:01:03.335" v="5635" actId="2085"/>
          <ac:spMkLst>
            <pc:docMk/>
            <pc:sldMk cId="1232369008" sldId="265"/>
            <ac:spMk id="11" creationId="{617CFC65-5D53-81A4-675D-6377B0E95657}"/>
          </ac:spMkLst>
        </pc:spChg>
        <pc:spChg chg="add mod">
          <ac:chgData name="Tobias Schwippel" userId="60502f33327bc102" providerId="LiveId" clId="{81C1D008-2529-498C-BFF7-7E8D43CD6733}" dt="2024-11-21T10:45:05.843" v="7722" actId="1076"/>
          <ac:spMkLst>
            <pc:docMk/>
            <pc:sldMk cId="1232369008" sldId="265"/>
            <ac:spMk id="12" creationId="{E21BD85D-4FC3-EC0F-9873-7C52D0C15C46}"/>
          </ac:spMkLst>
        </pc:spChg>
        <pc:picChg chg="add mod">
          <ac:chgData name="Tobias Schwippel" userId="60502f33327bc102" providerId="LiveId" clId="{81C1D008-2529-498C-BFF7-7E8D43CD6733}" dt="2024-11-20T20:59:48.689" v="5623" actId="1076"/>
          <ac:picMkLst>
            <pc:docMk/>
            <pc:sldMk cId="1232369008" sldId="265"/>
            <ac:picMk id="6" creationId="{96501FF8-3BBF-A6FA-1AEC-E1A444009592}"/>
          </ac:picMkLst>
        </pc:picChg>
        <pc:picChg chg="add mod">
          <ac:chgData name="Tobias Schwippel" userId="60502f33327bc102" providerId="LiveId" clId="{81C1D008-2529-498C-BFF7-7E8D43CD6733}" dt="2024-11-21T11:28:29.570" v="8273" actId="1076"/>
          <ac:picMkLst>
            <pc:docMk/>
            <pc:sldMk cId="1232369008" sldId="265"/>
            <ac:picMk id="6146" creationId="{3B7FF575-0B47-2AD5-3574-3C771F71D6B8}"/>
          </ac:picMkLst>
        </pc:picChg>
      </pc:sldChg>
      <pc:sldChg chg="addSp delSp modSp mod modAnim">
        <pc:chgData name="Tobias Schwippel" userId="60502f33327bc102" providerId="LiveId" clId="{81C1D008-2529-498C-BFF7-7E8D43CD6733}" dt="2024-11-21T10:45:09.583" v="7723"/>
        <pc:sldMkLst>
          <pc:docMk/>
          <pc:sldMk cId="3575118383" sldId="266"/>
        </pc:sldMkLst>
        <pc:spChg chg="mod">
          <ac:chgData name="Tobias Schwippel" userId="60502f33327bc102" providerId="LiveId" clId="{81C1D008-2529-498C-BFF7-7E8D43CD6733}" dt="2024-11-10T12:25:24.759" v="78" actId="1076"/>
          <ac:spMkLst>
            <pc:docMk/>
            <pc:sldMk cId="3575118383" sldId="266"/>
            <ac:spMk id="2" creationId="{C641C185-893E-53E2-9E81-0BF92AF92980}"/>
          </ac:spMkLst>
        </pc:spChg>
        <pc:spChg chg="del mod">
          <ac:chgData name="Tobias Schwippel" userId="60502f33327bc102" providerId="LiveId" clId="{81C1D008-2529-498C-BFF7-7E8D43CD6733}" dt="2024-11-10T12:24:41.795" v="43"/>
          <ac:spMkLst>
            <pc:docMk/>
            <pc:sldMk cId="3575118383" sldId="266"/>
            <ac:spMk id="3" creationId="{3E73E0A9-D513-3939-DBC7-5B60AA8B6474}"/>
          </ac:spMkLst>
        </pc:spChg>
        <pc:spChg chg="add mod">
          <ac:chgData name="Tobias Schwippel" userId="60502f33327bc102" providerId="LiveId" clId="{81C1D008-2529-498C-BFF7-7E8D43CD6733}" dt="2024-11-20T20:28:51.190" v="5067"/>
          <ac:spMkLst>
            <pc:docMk/>
            <pc:sldMk cId="3575118383" sldId="266"/>
            <ac:spMk id="3" creationId="{DF39A291-063B-A161-B202-43231148E25A}"/>
          </ac:spMkLst>
        </pc:spChg>
        <pc:spChg chg="del">
          <ac:chgData name="Tobias Schwippel" userId="60502f33327bc102" providerId="LiveId" clId="{81C1D008-2529-498C-BFF7-7E8D43CD6733}" dt="2024-11-20T20:28:48.454" v="5065" actId="478"/>
          <ac:spMkLst>
            <pc:docMk/>
            <pc:sldMk cId="3575118383" sldId="266"/>
            <ac:spMk id="4" creationId="{73932B81-5148-8204-0F7B-E5F6C42237C1}"/>
          </ac:spMkLst>
        </pc:spChg>
        <pc:spChg chg="del">
          <ac:chgData name="Tobias Schwippel" userId="60502f33327bc102" providerId="LiveId" clId="{81C1D008-2529-498C-BFF7-7E8D43CD6733}" dt="2024-11-20T20:28:50.398" v="5066" actId="478"/>
          <ac:spMkLst>
            <pc:docMk/>
            <pc:sldMk cId="3575118383" sldId="266"/>
            <ac:spMk id="5" creationId="{37E2B460-436B-B0CC-D962-792B5ACFD6EE}"/>
          </ac:spMkLst>
        </pc:spChg>
        <pc:spChg chg="add mod ord">
          <ac:chgData name="Tobias Schwippel" userId="60502f33327bc102" providerId="LiveId" clId="{81C1D008-2529-498C-BFF7-7E8D43CD6733}" dt="2024-11-20T21:05:40.598" v="5687" actId="170"/>
          <ac:spMkLst>
            <pc:docMk/>
            <pc:sldMk cId="3575118383" sldId="266"/>
            <ac:spMk id="6" creationId="{67DBBABA-947F-8F5B-931C-DE139960437F}"/>
          </ac:spMkLst>
        </pc:spChg>
        <pc:spChg chg="add mod">
          <ac:chgData name="Tobias Schwippel" userId="60502f33327bc102" providerId="LiveId" clId="{81C1D008-2529-498C-BFF7-7E8D43CD6733}" dt="2024-11-20T20:28:51.190" v="5067"/>
          <ac:spMkLst>
            <pc:docMk/>
            <pc:sldMk cId="3575118383" sldId="266"/>
            <ac:spMk id="7" creationId="{42279611-965A-5751-BDED-E8F410318294}"/>
          </ac:spMkLst>
        </pc:spChg>
        <pc:spChg chg="add mod">
          <ac:chgData name="Tobias Schwippel" userId="60502f33327bc102" providerId="LiveId" clId="{81C1D008-2529-498C-BFF7-7E8D43CD6733}" dt="2024-11-21T10:45:09.583" v="7723"/>
          <ac:spMkLst>
            <pc:docMk/>
            <pc:sldMk cId="3575118383" sldId="266"/>
            <ac:spMk id="9" creationId="{C63319AB-B71B-EB79-5AC6-C08258DD8519}"/>
          </ac:spMkLst>
        </pc:spChg>
        <pc:picChg chg="add mod ord">
          <ac:chgData name="Tobias Schwippel" userId="60502f33327bc102" providerId="LiveId" clId="{81C1D008-2529-498C-BFF7-7E8D43CD6733}" dt="2024-11-10T13:01:42.894" v="1179" actId="1076"/>
          <ac:picMkLst>
            <pc:docMk/>
            <pc:sldMk cId="3575118383" sldId="266"/>
            <ac:picMk id="8" creationId="{D1E8DB4B-9230-6B64-427A-16CA9805BA94}"/>
          </ac:picMkLst>
        </pc:picChg>
      </pc:sldChg>
      <pc:sldChg chg="addSp delSp modSp mod delAnim modAnim">
        <pc:chgData name="Tobias Schwippel" userId="60502f33327bc102" providerId="LiveId" clId="{81C1D008-2529-498C-BFF7-7E8D43CD6733}" dt="2024-11-21T11:16:57.094" v="8172" actId="1076"/>
        <pc:sldMkLst>
          <pc:docMk/>
          <pc:sldMk cId="1469725520" sldId="267"/>
        </pc:sldMkLst>
        <pc:spChg chg="mod">
          <ac:chgData name="Tobias Schwippel" userId="60502f33327bc102" providerId="LiveId" clId="{81C1D008-2529-498C-BFF7-7E8D43CD6733}" dt="2024-11-10T13:07:53.318" v="1541" actId="1076"/>
          <ac:spMkLst>
            <pc:docMk/>
            <pc:sldMk cId="1469725520" sldId="267"/>
            <ac:spMk id="2" creationId="{99926FB4-3729-6346-C0AC-79E628774ECE}"/>
          </ac:spMkLst>
        </pc:spChg>
        <pc:spChg chg="add mod">
          <ac:chgData name="Tobias Schwippel" userId="60502f33327bc102" providerId="LiveId" clId="{81C1D008-2529-498C-BFF7-7E8D43CD6733}" dt="2024-11-20T20:28:58.591" v="5070"/>
          <ac:spMkLst>
            <pc:docMk/>
            <pc:sldMk cId="1469725520" sldId="267"/>
            <ac:spMk id="3" creationId="{A0584933-6C90-095C-5151-4ED5C995EAE1}"/>
          </ac:spMkLst>
        </pc:spChg>
        <pc:spChg chg="del">
          <ac:chgData name="Tobias Schwippel" userId="60502f33327bc102" providerId="LiveId" clId="{81C1D008-2529-498C-BFF7-7E8D43CD6733}" dt="2024-11-10T12:23:49.683" v="24" actId="478"/>
          <ac:spMkLst>
            <pc:docMk/>
            <pc:sldMk cId="1469725520" sldId="267"/>
            <ac:spMk id="3" creationId="{F1C6BA08-30E5-996F-11CE-F573CBED520D}"/>
          </ac:spMkLst>
        </pc:spChg>
        <pc:spChg chg="del">
          <ac:chgData name="Tobias Schwippel" userId="60502f33327bc102" providerId="LiveId" clId="{81C1D008-2529-498C-BFF7-7E8D43CD6733}" dt="2024-11-20T20:28:55.220" v="5068" actId="478"/>
          <ac:spMkLst>
            <pc:docMk/>
            <pc:sldMk cId="1469725520" sldId="267"/>
            <ac:spMk id="4" creationId="{E129A5B1-506A-A2D4-2180-9CCBA634B917}"/>
          </ac:spMkLst>
        </pc:spChg>
        <pc:spChg chg="del">
          <ac:chgData name="Tobias Schwippel" userId="60502f33327bc102" providerId="LiveId" clId="{81C1D008-2529-498C-BFF7-7E8D43CD6733}" dt="2024-11-20T20:28:57.563" v="5069" actId="478"/>
          <ac:spMkLst>
            <pc:docMk/>
            <pc:sldMk cId="1469725520" sldId="267"/>
            <ac:spMk id="5" creationId="{2A754D0B-3FD1-6523-8849-4D82E6E65C18}"/>
          </ac:spMkLst>
        </pc:spChg>
        <pc:spChg chg="add mod">
          <ac:chgData name="Tobias Schwippel" userId="60502f33327bc102" providerId="LiveId" clId="{81C1D008-2529-498C-BFF7-7E8D43CD6733}" dt="2024-11-10T13:07:48.499" v="1540" actId="1037"/>
          <ac:spMkLst>
            <pc:docMk/>
            <pc:sldMk cId="1469725520" sldId="267"/>
            <ac:spMk id="6" creationId="{974A6602-DE1F-384A-C16A-C403800C3231}"/>
          </ac:spMkLst>
        </pc:spChg>
        <pc:spChg chg="add mod">
          <ac:chgData name="Tobias Schwippel" userId="60502f33327bc102" providerId="LiveId" clId="{81C1D008-2529-498C-BFF7-7E8D43CD6733}" dt="2024-11-10T13:07:48.499" v="1540" actId="1037"/>
          <ac:spMkLst>
            <pc:docMk/>
            <pc:sldMk cId="1469725520" sldId="267"/>
            <ac:spMk id="7" creationId="{2175F010-5E79-A14A-E9EB-20AAEC23140A}"/>
          </ac:spMkLst>
        </pc:spChg>
        <pc:spChg chg="add mod">
          <ac:chgData name="Tobias Schwippel" userId="60502f33327bc102" providerId="LiveId" clId="{81C1D008-2529-498C-BFF7-7E8D43CD6733}" dt="2024-11-20T20:28:58.591" v="5070"/>
          <ac:spMkLst>
            <pc:docMk/>
            <pc:sldMk cId="1469725520" sldId="267"/>
            <ac:spMk id="8" creationId="{73573A63-9546-44DC-8231-56985F5A9CEA}"/>
          </ac:spMkLst>
        </pc:spChg>
        <pc:spChg chg="add mod ord">
          <ac:chgData name="Tobias Schwippel" userId="60502f33327bc102" providerId="LiveId" clId="{81C1D008-2529-498C-BFF7-7E8D43CD6733}" dt="2024-11-21T11:16:50.133" v="8170" actId="14100"/>
          <ac:spMkLst>
            <pc:docMk/>
            <pc:sldMk cId="1469725520" sldId="267"/>
            <ac:spMk id="9" creationId="{704B4FCA-5F15-1D2A-86BF-5464CA492CD2}"/>
          </ac:spMkLst>
        </pc:spChg>
        <pc:spChg chg="add mod">
          <ac:chgData name="Tobias Schwippel" userId="60502f33327bc102" providerId="LiveId" clId="{81C1D008-2529-498C-BFF7-7E8D43CD6733}" dt="2024-11-21T11:14:01.512" v="8169" actId="20578"/>
          <ac:spMkLst>
            <pc:docMk/>
            <pc:sldMk cId="1469725520" sldId="267"/>
            <ac:spMk id="11" creationId="{A47BD2B7-E145-0350-B00B-702FDB0C2590}"/>
          </ac:spMkLst>
        </pc:spChg>
        <pc:spChg chg="add mod">
          <ac:chgData name="Tobias Schwippel" userId="60502f33327bc102" providerId="LiveId" clId="{81C1D008-2529-498C-BFF7-7E8D43CD6733}" dt="2024-11-21T10:45:10.957" v="7724"/>
          <ac:spMkLst>
            <pc:docMk/>
            <pc:sldMk cId="1469725520" sldId="267"/>
            <ac:spMk id="12" creationId="{8F952EDA-CDDC-11AE-A514-B8FE121E09B2}"/>
          </ac:spMkLst>
        </pc:spChg>
        <pc:spChg chg="add del mod">
          <ac:chgData name="Tobias Schwippel" userId="60502f33327bc102" providerId="LiveId" clId="{81C1D008-2529-498C-BFF7-7E8D43CD6733}" dt="2024-11-21T11:12:03.824" v="8119" actId="478"/>
          <ac:spMkLst>
            <pc:docMk/>
            <pc:sldMk cId="1469725520" sldId="267"/>
            <ac:spMk id="13" creationId="{DD546A60-63A1-2794-9168-3050C65D600B}"/>
          </ac:spMkLst>
        </pc:spChg>
        <pc:spChg chg="add mod">
          <ac:chgData name="Tobias Schwippel" userId="60502f33327bc102" providerId="LiveId" clId="{81C1D008-2529-498C-BFF7-7E8D43CD6733}" dt="2024-11-21T11:16:57.094" v="8172" actId="1076"/>
          <ac:spMkLst>
            <pc:docMk/>
            <pc:sldMk cId="1469725520" sldId="267"/>
            <ac:spMk id="14" creationId="{1DEEAA68-1894-742C-BFA2-0ACBB03621E3}"/>
          </ac:spMkLst>
        </pc:spChg>
        <pc:picChg chg="add mod ord">
          <ac:chgData name="Tobias Schwippel" userId="60502f33327bc102" providerId="LiveId" clId="{81C1D008-2529-498C-BFF7-7E8D43CD6733}" dt="2024-11-20T21:07:08.297" v="5698" actId="167"/>
          <ac:picMkLst>
            <pc:docMk/>
            <pc:sldMk cId="1469725520" sldId="267"/>
            <ac:picMk id="10" creationId="{A70E7133-F3F5-D0BC-1F13-564FEE9A873B}"/>
          </ac:picMkLst>
        </pc:picChg>
      </pc:sldChg>
      <pc:sldChg chg="del">
        <pc:chgData name="Tobias Schwippel" userId="60502f33327bc102" providerId="LiveId" clId="{81C1D008-2529-498C-BFF7-7E8D43CD6733}" dt="2024-11-10T12:50:37.952" v="661" actId="47"/>
        <pc:sldMkLst>
          <pc:docMk/>
          <pc:sldMk cId="3286803226" sldId="268"/>
        </pc:sldMkLst>
      </pc:sldChg>
      <pc:sldChg chg="addSp delSp modSp mod modAnim">
        <pc:chgData name="Tobias Schwippel" userId="60502f33327bc102" providerId="LiveId" clId="{81C1D008-2529-498C-BFF7-7E8D43CD6733}" dt="2024-11-21T10:31:53.024" v="7596" actId="20577"/>
        <pc:sldMkLst>
          <pc:docMk/>
          <pc:sldMk cId="3782417454" sldId="269"/>
        </pc:sldMkLst>
        <pc:spChg chg="mod">
          <ac:chgData name="Tobias Schwippel" userId="60502f33327bc102" providerId="LiveId" clId="{81C1D008-2529-498C-BFF7-7E8D43CD6733}" dt="2024-11-21T10:23:51.462" v="7505" actId="1076"/>
          <ac:spMkLst>
            <pc:docMk/>
            <pc:sldMk cId="3782417454" sldId="269"/>
            <ac:spMk id="2" creationId="{AA289EF1-7F43-2FB4-BEA3-CDBA82C76303}"/>
          </ac:spMkLst>
        </pc:spChg>
        <pc:spChg chg="mod">
          <ac:chgData name="Tobias Schwippel" userId="60502f33327bc102" providerId="LiveId" clId="{81C1D008-2529-498C-BFF7-7E8D43CD6733}" dt="2024-11-21T10:18:08.129" v="6758" actId="1035"/>
          <ac:spMkLst>
            <pc:docMk/>
            <pc:sldMk cId="3782417454" sldId="269"/>
            <ac:spMk id="3" creationId="{9B0E19EA-79E4-62C3-ABEA-5DD419FA8376}"/>
          </ac:spMkLst>
        </pc:spChg>
        <pc:spChg chg="del">
          <ac:chgData name="Tobias Schwippel" userId="60502f33327bc102" providerId="LiveId" clId="{81C1D008-2529-498C-BFF7-7E8D43CD6733}" dt="2024-11-20T20:29:04.812" v="5071" actId="478"/>
          <ac:spMkLst>
            <pc:docMk/>
            <pc:sldMk cId="3782417454" sldId="269"/>
            <ac:spMk id="4" creationId="{1925B8DB-06FA-E222-749B-EE9CFE9D8372}"/>
          </ac:spMkLst>
        </pc:spChg>
        <pc:spChg chg="del">
          <ac:chgData name="Tobias Schwippel" userId="60502f33327bc102" providerId="LiveId" clId="{81C1D008-2529-498C-BFF7-7E8D43CD6733}" dt="2024-11-20T20:29:07.597" v="5072" actId="478"/>
          <ac:spMkLst>
            <pc:docMk/>
            <pc:sldMk cId="3782417454" sldId="269"/>
            <ac:spMk id="5" creationId="{DFAD23E8-BF43-85D3-83A5-F0FC500CAE73}"/>
          </ac:spMkLst>
        </pc:spChg>
        <pc:spChg chg="add mod">
          <ac:chgData name="Tobias Schwippel" userId="60502f33327bc102" providerId="LiveId" clId="{81C1D008-2529-498C-BFF7-7E8D43CD6733}" dt="2024-11-20T20:29:08.370" v="5073"/>
          <ac:spMkLst>
            <pc:docMk/>
            <pc:sldMk cId="3782417454" sldId="269"/>
            <ac:spMk id="6" creationId="{FD63B2AD-76E7-7B70-C731-A315697365DA}"/>
          </ac:spMkLst>
        </pc:spChg>
        <pc:spChg chg="add mod">
          <ac:chgData name="Tobias Schwippel" userId="60502f33327bc102" providerId="LiveId" clId="{81C1D008-2529-498C-BFF7-7E8D43CD6733}" dt="2024-11-20T20:29:08.370" v="5073"/>
          <ac:spMkLst>
            <pc:docMk/>
            <pc:sldMk cId="3782417454" sldId="269"/>
            <ac:spMk id="7" creationId="{BDF3DB2D-CE4D-1294-3569-88F37E073C29}"/>
          </ac:spMkLst>
        </pc:spChg>
        <pc:spChg chg="add mod">
          <ac:chgData name="Tobias Schwippel" userId="60502f33327bc102" providerId="LiveId" clId="{81C1D008-2529-498C-BFF7-7E8D43CD6733}" dt="2024-11-21T10:31:53.024" v="7596" actId="20577"/>
          <ac:spMkLst>
            <pc:docMk/>
            <pc:sldMk cId="3782417454" sldId="269"/>
            <ac:spMk id="8" creationId="{DC01A5A4-C19F-05B0-F811-720B1E90C7C8}"/>
          </ac:spMkLst>
        </pc:spChg>
        <pc:spChg chg="add mod">
          <ac:chgData name="Tobias Schwippel" userId="60502f33327bc102" providerId="LiveId" clId="{81C1D008-2529-498C-BFF7-7E8D43CD6733}" dt="2024-11-21T10:18:16.270" v="6805" actId="1035"/>
          <ac:spMkLst>
            <pc:docMk/>
            <pc:sldMk cId="3782417454" sldId="269"/>
            <ac:spMk id="11" creationId="{93C2B52E-DC74-F443-1AE9-C9A2266D7158}"/>
          </ac:spMkLst>
        </pc:spChg>
        <pc:spChg chg="add mod">
          <ac:chgData name="Tobias Schwippel" userId="60502f33327bc102" providerId="LiveId" clId="{81C1D008-2529-498C-BFF7-7E8D43CD6733}" dt="2024-11-21T10:24:38.818" v="7556" actId="14100"/>
          <ac:spMkLst>
            <pc:docMk/>
            <pc:sldMk cId="3782417454" sldId="269"/>
            <ac:spMk id="12" creationId="{5FB434D2-720A-8ED9-ED42-B95CF2A2E0BA}"/>
          </ac:spMkLst>
        </pc:spChg>
        <pc:cxnChg chg="add mod">
          <ac:chgData name="Tobias Schwippel" userId="60502f33327bc102" providerId="LiveId" clId="{81C1D008-2529-498C-BFF7-7E8D43CD6733}" dt="2024-11-21T10:28:00.167" v="7563" actId="1076"/>
          <ac:cxnSpMkLst>
            <pc:docMk/>
            <pc:sldMk cId="3782417454" sldId="269"/>
            <ac:cxnSpMk id="10" creationId="{DEC07FA8-6031-0A20-F890-B4336B79ADC7}"/>
          </ac:cxnSpMkLst>
        </pc:cxnChg>
      </pc:sldChg>
      <pc:sldChg chg="addSp delSp modSp del mod setBg addAnim delAnim setClrOvrMap">
        <pc:chgData name="Tobias Schwippel" userId="60502f33327bc102" providerId="LiveId" clId="{81C1D008-2529-498C-BFF7-7E8D43CD6733}" dt="2024-11-20T11:40:08.592" v="4379" actId="47"/>
        <pc:sldMkLst>
          <pc:docMk/>
          <pc:sldMk cId="2347103974" sldId="270"/>
        </pc:sldMkLst>
        <pc:spChg chg="mod">
          <ac:chgData name="Tobias Schwippel" userId="60502f33327bc102" providerId="LiveId" clId="{81C1D008-2529-498C-BFF7-7E8D43CD6733}" dt="2024-11-10T12:56:16.523" v="691" actId="113"/>
          <ac:spMkLst>
            <pc:docMk/>
            <pc:sldMk cId="2347103974" sldId="270"/>
            <ac:spMk id="2" creationId="{EF6B10D6-3ABE-8AA1-DDCC-F8A3E7F49D0E}"/>
          </ac:spMkLst>
        </pc:spChg>
        <pc:spChg chg="add del">
          <ac:chgData name="Tobias Schwippel" userId="60502f33327bc102" providerId="LiveId" clId="{81C1D008-2529-498C-BFF7-7E8D43CD6733}" dt="2024-11-10T12:55:45.950" v="684" actId="26606"/>
          <ac:spMkLst>
            <pc:docMk/>
            <pc:sldMk cId="2347103974" sldId="270"/>
            <ac:spMk id="8" creationId="{71B2258F-86CA-4D4D-8270-BC05FCDEBFB3}"/>
          </ac:spMkLst>
        </pc:spChg>
        <pc:spChg chg="add del">
          <ac:chgData name="Tobias Schwippel" userId="60502f33327bc102" providerId="LiveId" clId="{81C1D008-2529-498C-BFF7-7E8D43CD6733}" dt="2024-11-10T12:55:55.763" v="689" actId="26606"/>
          <ac:spMkLst>
            <pc:docMk/>
            <pc:sldMk cId="2347103974" sldId="270"/>
            <ac:spMk id="10" creationId="{007891EC-4501-44ED-A8C8-B11B6DB767AB}"/>
          </ac:spMkLst>
        </pc:spChg>
        <pc:spChg chg="add del">
          <ac:chgData name="Tobias Schwippel" userId="60502f33327bc102" providerId="LiveId" clId="{81C1D008-2529-498C-BFF7-7E8D43CD6733}" dt="2024-11-10T12:55:55.763" v="689" actId="26606"/>
          <ac:spMkLst>
            <pc:docMk/>
            <pc:sldMk cId="2347103974" sldId="270"/>
            <ac:spMk id="11" creationId="{C1DD1A8A-57D5-4A81-AD04-532B043C5611}"/>
          </ac:spMkLst>
        </pc:spChg>
        <pc:picChg chg="add del mod">
          <ac:chgData name="Tobias Schwippel" userId="60502f33327bc102" providerId="LiveId" clId="{81C1D008-2529-498C-BFF7-7E8D43CD6733}" dt="2024-11-10T12:55:29.474" v="682" actId="478"/>
          <ac:picMkLst>
            <pc:docMk/>
            <pc:sldMk cId="2347103974" sldId="270"/>
            <ac:picMk id="4" creationId="{96CC8F78-837A-BEF8-416D-5631E54F30C8}"/>
          </ac:picMkLst>
        </pc:picChg>
        <pc:picChg chg="add del">
          <ac:chgData name="Tobias Schwippel" userId="60502f33327bc102" providerId="LiveId" clId="{81C1D008-2529-498C-BFF7-7E8D43CD6733}" dt="2024-11-10T12:55:45.950" v="684" actId="26606"/>
          <ac:picMkLst>
            <pc:docMk/>
            <pc:sldMk cId="2347103974" sldId="270"/>
            <ac:picMk id="5" creationId="{447AE2FF-D7C3-2585-9779-813206C40BC1}"/>
          </ac:picMkLst>
        </pc:picChg>
        <pc:picChg chg="add del">
          <ac:chgData name="Tobias Schwippel" userId="60502f33327bc102" providerId="LiveId" clId="{81C1D008-2529-498C-BFF7-7E8D43CD6733}" dt="2024-11-10T12:55:55.763" v="689" actId="26606"/>
          <ac:picMkLst>
            <pc:docMk/>
            <pc:sldMk cId="2347103974" sldId="270"/>
            <ac:picMk id="12" creationId="{A5F6512B-35D5-6C0A-1B5D-FBA1695D9E20}"/>
          </ac:picMkLst>
        </pc:picChg>
      </pc:sldChg>
      <pc:sldChg chg="addSp delSp modSp mod">
        <pc:chgData name="Tobias Schwippel" userId="60502f33327bc102" providerId="LiveId" clId="{81C1D008-2529-498C-BFF7-7E8D43CD6733}" dt="2024-11-10T12:56:10.605" v="690" actId="113"/>
        <pc:sldMkLst>
          <pc:docMk/>
          <pc:sldMk cId="2178427523" sldId="271"/>
        </pc:sldMkLst>
        <pc:spChg chg="mod">
          <ac:chgData name="Tobias Schwippel" userId="60502f33327bc102" providerId="LiveId" clId="{81C1D008-2529-498C-BFF7-7E8D43CD6733}" dt="2024-11-10T12:56:10.605" v="690" actId="113"/>
          <ac:spMkLst>
            <pc:docMk/>
            <pc:sldMk cId="2178427523" sldId="271"/>
            <ac:spMk id="2" creationId="{EF6B10D6-3ABE-8AA1-DDCC-F8A3E7F49D0E}"/>
          </ac:spMkLst>
        </pc:spChg>
        <pc:picChg chg="add del mod">
          <ac:chgData name="Tobias Schwippel" userId="60502f33327bc102" providerId="LiveId" clId="{81C1D008-2529-498C-BFF7-7E8D43CD6733}" dt="2024-11-10T12:22:55.572" v="14" actId="21"/>
          <ac:picMkLst>
            <pc:docMk/>
            <pc:sldMk cId="2178427523" sldId="271"/>
            <ac:picMk id="4" creationId="{3634AC36-9456-3BC8-FF30-20EA9BD3EDE0}"/>
          </ac:picMkLst>
        </pc:picChg>
        <pc:picChg chg="add del mod">
          <ac:chgData name="Tobias Schwippel" userId="60502f33327bc102" providerId="LiveId" clId="{81C1D008-2529-498C-BFF7-7E8D43CD6733}" dt="2024-11-10T12:26:02.014" v="82" actId="21"/>
          <ac:picMkLst>
            <pc:docMk/>
            <pc:sldMk cId="2178427523" sldId="271"/>
            <ac:picMk id="6" creationId="{96501FF8-3BBF-A6FA-1AEC-E1A444009592}"/>
          </ac:picMkLst>
        </pc:picChg>
        <pc:picChg chg="add del mod">
          <ac:chgData name="Tobias Schwippel" userId="60502f33327bc102" providerId="LiveId" clId="{81C1D008-2529-498C-BFF7-7E8D43CD6733}" dt="2024-11-10T12:24:33.147" v="41" actId="21"/>
          <ac:picMkLst>
            <pc:docMk/>
            <pc:sldMk cId="2178427523" sldId="271"/>
            <ac:picMk id="8" creationId="{D1E8DB4B-9230-6B64-427A-16CA9805BA94}"/>
          </ac:picMkLst>
        </pc:picChg>
        <pc:picChg chg="add del mod">
          <ac:chgData name="Tobias Schwippel" userId="60502f33327bc102" providerId="LiveId" clId="{81C1D008-2529-498C-BFF7-7E8D43CD6733}" dt="2024-11-10T12:23:42.322" v="23" actId="21"/>
          <ac:picMkLst>
            <pc:docMk/>
            <pc:sldMk cId="2178427523" sldId="271"/>
            <ac:picMk id="10" creationId="{A70E7133-F3F5-D0BC-1F13-564FEE9A873B}"/>
          </ac:picMkLst>
        </pc:picChg>
        <pc:picChg chg="add del mod">
          <ac:chgData name="Tobias Schwippel" userId="60502f33327bc102" providerId="LiveId" clId="{81C1D008-2529-498C-BFF7-7E8D43CD6733}" dt="2024-11-10T12:26:31.967" v="104" actId="478"/>
          <ac:picMkLst>
            <pc:docMk/>
            <pc:sldMk cId="2178427523" sldId="271"/>
            <ac:picMk id="12" creationId="{49105F7B-949D-22F9-6929-FF1518BE47D7}"/>
          </ac:picMkLst>
        </pc:picChg>
        <pc:picChg chg="add del mod">
          <ac:chgData name="Tobias Schwippel" userId="60502f33327bc102" providerId="LiveId" clId="{81C1D008-2529-498C-BFF7-7E8D43CD6733}" dt="2024-11-10T12:26:33.459" v="105" actId="478"/>
          <ac:picMkLst>
            <pc:docMk/>
            <pc:sldMk cId="2178427523" sldId="271"/>
            <ac:picMk id="14" creationId="{22F68033-890B-4BC2-20C0-237814793F84}"/>
          </ac:picMkLst>
        </pc:picChg>
      </pc:sldChg>
      <pc:sldChg chg="modSp mod">
        <pc:chgData name="Tobias Schwippel" userId="60502f33327bc102" providerId="LiveId" clId="{81C1D008-2529-498C-BFF7-7E8D43CD6733}" dt="2024-11-10T12:56:21.829" v="692" actId="113"/>
        <pc:sldMkLst>
          <pc:docMk/>
          <pc:sldMk cId="3855044619" sldId="272"/>
        </pc:sldMkLst>
        <pc:spChg chg="mod">
          <ac:chgData name="Tobias Schwippel" userId="60502f33327bc102" providerId="LiveId" clId="{81C1D008-2529-498C-BFF7-7E8D43CD6733}" dt="2024-11-10T12:56:21.829" v="692" actId="113"/>
          <ac:spMkLst>
            <pc:docMk/>
            <pc:sldMk cId="3855044619" sldId="272"/>
            <ac:spMk id="2" creationId="{EF6B10D6-3ABE-8AA1-DDCC-F8A3E7F49D0E}"/>
          </ac:spMkLst>
        </pc:spChg>
      </pc:sldChg>
      <pc:sldChg chg="addSp delSp modSp mod delAnim modAnim">
        <pc:chgData name="Tobias Schwippel" userId="60502f33327bc102" providerId="LiveId" clId="{81C1D008-2529-498C-BFF7-7E8D43CD6733}" dt="2024-11-21T18:21:27.699" v="8768" actId="20578"/>
        <pc:sldMkLst>
          <pc:docMk/>
          <pc:sldMk cId="3410974073" sldId="273"/>
        </pc:sldMkLst>
        <pc:spChg chg="mod">
          <ac:chgData name="Tobias Schwippel" userId="60502f33327bc102" providerId="LiveId" clId="{81C1D008-2529-498C-BFF7-7E8D43CD6733}" dt="2024-11-20T11:39:48.203" v="4378" actId="404"/>
          <ac:spMkLst>
            <pc:docMk/>
            <pc:sldMk cId="3410974073" sldId="273"/>
            <ac:spMk id="2" creationId="{626550A0-7D42-CBDE-5633-B46C56960368}"/>
          </ac:spMkLst>
        </pc:spChg>
        <pc:spChg chg="mod">
          <ac:chgData name="Tobias Schwippel" userId="60502f33327bc102" providerId="LiveId" clId="{81C1D008-2529-498C-BFF7-7E8D43CD6733}" dt="2024-11-21T18:21:27.699" v="8768" actId="20578"/>
          <ac:spMkLst>
            <pc:docMk/>
            <pc:sldMk cId="3410974073" sldId="273"/>
            <ac:spMk id="3" creationId="{D06DC28C-4A24-AD91-1445-3EBAE9BB7556}"/>
          </ac:spMkLst>
        </pc:spChg>
        <pc:spChg chg="del">
          <ac:chgData name="Tobias Schwippel" userId="60502f33327bc102" providerId="LiveId" clId="{81C1D008-2529-498C-BFF7-7E8D43CD6733}" dt="2024-11-20T20:29:20.635" v="5076" actId="478"/>
          <ac:spMkLst>
            <pc:docMk/>
            <pc:sldMk cId="3410974073" sldId="273"/>
            <ac:spMk id="4" creationId="{2912BD3D-DB14-5C14-CAFE-E7EBFF1C4CB6}"/>
          </ac:spMkLst>
        </pc:spChg>
        <pc:spChg chg="del">
          <ac:chgData name="Tobias Schwippel" userId="60502f33327bc102" providerId="LiveId" clId="{81C1D008-2529-498C-BFF7-7E8D43CD6733}" dt="2024-11-20T20:29:22.874" v="5077" actId="478"/>
          <ac:spMkLst>
            <pc:docMk/>
            <pc:sldMk cId="3410974073" sldId="273"/>
            <ac:spMk id="5" creationId="{492F7890-4256-AE74-D0DA-D778A09940E7}"/>
          </ac:spMkLst>
        </pc:spChg>
        <pc:spChg chg="add mod">
          <ac:chgData name="Tobias Schwippel" userId="60502f33327bc102" providerId="LiveId" clId="{81C1D008-2529-498C-BFF7-7E8D43CD6733}" dt="2024-11-20T20:29:23.599" v="5078"/>
          <ac:spMkLst>
            <pc:docMk/>
            <pc:sldMk cId="3410974073" sldId="273"/>
            <ac:spMk id="8" creationId="{44928434-848A-799D-4AA9-C303B876128B}"/>
          </ac:spMkLst>
        </pc:spChg>
        <pc:spChg chg="add mod">
          <ac:chgData name="Tobias Schwippel" userId="60502f33327bc102" providerId="LiveId" clId="{81C1D008-2529-498C-BFF7-7E8D43CD6733}" dt="2024-11-20T20:29:23.599" v="5078"/>
          <ac:spMkLst>
            <pc:docMk/>
            <pc:sldMk cId="3410974073" sldId="273"/>
            <ac:spMk id="9" creationId="{A9DE566F-80BB-0F06-B7E8-0DE1AF1A0CB8}"/>
          </ac:spMkLst>
        </pc:spChg>
        <pc:spChg chg="add mod">
          <ac:chgData name="Tobias Schwippel" userId="60502f33327bc102" providerId="LiveId" clId="{81C1D008-2529-498C-BFF7-7E8D43CD6733}" dt="2024-11-21T14:56:17.212" v="8408" actId="1076"/>
          <ac:spMkLst>
            <pc:docMk/>
            <pc:sldMk cId="3410974073" sldId="273"/>
            <ac:spMk id="10" creationId="{3888AD3C-577E-60D4-2A9F-1A71CB992957}"/>
          </ac:spMkLst>
        </pc:spChg>
        <pc:spChg chg="add mod">
          <ac:chgData name="Tobias Schwippel" userId="60502f33327bc102" providerId="LiveId" clId="{81C1D008-2529-498C-BFF7-7E8D43CD6733}" dt="2024-11-21T14:56:17.212" v="8408" actId="1076"/>
          <ac:spMkLst>
            <pc:docMk/>
            <pc:sldMk cId="3410974073" sldId="273"/>
            <ac:spMk id="12" creationId="{AB27F210-9B86-1765-9A9F-38F322D9BA03}"/>
          </ac:spMkLst>
        </pc:spChg>
        <pc:spChg chg="add mod">
          <ac:chgData name="Tobias Schwippel" userId="60502f33327bc102" providerId="LiveId" clId="{81C1D008-2529-498C-BFF7-7E8D43CD6733}" dt="2024-11-21T14:56:20.820" v="8409" actId="1076"/>
          <ac:spMkLst>
            <pc:docMk/>
            <pc:sldMk cId="3410974073" sldId="273"/>
            <ac:spMk id="19" creationId="{E2801544-B3F8-DE12-028F-B74E156B8629}"/>
          </ac:spMkLst>
        </pc:spChg>
        <pc:grpChg chg="add mod">
          <ac:chgData name="Tobias Schwippel" userId="60502f33327bc102" providerId="LiveId" clId="{81C1D008-2529-498C-BFF7-7E8D43CD6733}" dt="2024-11-21T14:56:17.212" v="8408" actId="1076"/>
          <ac:grpSpMkLst>
            <pc:docMk/>
            <pc:sldMk cId="3410974073" sldId="273"/>
            <ac:grpSpMk id="14" creationId="{4668778D-6750-6AA1-616E-9BAE84C3C0D4}"/>
          </ac:grpSpMkLst>
        </pc:grpChg>
        <pc:picChg chg="add mod">
          <ac:chgData name="Tobias Schwippel" userId="60502f33327bc102" providerId="LiveId" clId="{81C1D008-2529-498C-BFF7-7E8D43CD6733}" dt="2024-11-21T14:55:37.653" v="8399" actId="1076"/>
          <ac:picMkLst>
            <pc:docMk/>
            <pc:sldMk cId="3410974073" sldId="273"/>
            <ac:picMk id="6" creationId="{8195BA8C-B6E6-DD26-111F-F96844EBF9D8}"/>
          </ac:picMkLst>
        </pc:picChg>
        <pc:picChg chg="add del mod">
          <ac:chgData name="Tobias Schwippel" userId="60502f33327bc102" providerId="LiveId" clId="{81C1D008-2529-498C-BFF7-7E8D43CD6733}" dt="2024-11-21T10:53:51.608" v="7976" actId="478"/>
          <ac:picMkLst>
            <pc:docMk/>
            <pc:sldMk cId="3410974073" sldId="273"/>
            <ac:picMk id="7" creationId="{38B08E5B-CAAE-79A6-E052-ADA240DA8ADE}"/>
          </ac:picMkLst>
        </pc:picChg>
        <pc:picChg chg="add mod">
          <ac:chgData name="Tobias Schwippel" userId="60502f33327bc102" providerId="LiveId" clId="{81C1D008-2529-498C-BFF7-7E8D43CD6733}" dt="2024-11-21T14:56:17.212" v="8408" actId="1076"/>
          <ac:picMkLst>
            <pc:docMk/>
            <pc:sldMk cId="3410974073" sldId="273"/>
            <ac:picMk id="13" creationId="{1860B4C9-5875-AEFC-D5CA-A8F611A45DD7}"/>
          </ac:picMkLst>
        </pc:picChg>
        <pc:picChg chg="add del mod">
          <ac:chgData name="Tobias Schwippel" userId="60502f33327bc102" providerId="LiveId" clId="{81C1D008-2529-498C-BFF7-7E8D43CD6733}" dt="2024-11-21T11:29:17.435" v="8278" actId="478"/>
          <ac:picMkLst>
            <pc:docMk/>
            <pc:sldMk cId="3410974073" sldId="273"/>
            <ac:picMk id="15" creationId="{BF8D5C3E-FF97-E3C9-43D0-E8788DE5163B}"/>
          </ac:picMkLst>
        </pc:picChg>
        <pc:picChg chg="add del mod">
          <ac:chgData name="Tobias Schwippel" userId="60502f33327bc102" providerId="LiveId" clId="{81C1D008-2529-498C-BFF7-7E8D43CD6733}" dt="2024-11-21T10:54:31.777" v="7987" actId="478"/>
          <ac:picMkLst>
            <pc:docMk/>
            <pc:sldMk cId="3410974073" sldId="273"/>
            <ac:picMk id="16" creationId="{6062F5ED-365F-C541-33D3-DA729CA2F0C1}"/>
          </ac:picMkLst>
        </pc:picChg>
        <pc:picChg chg="add del mod">
          <ac:chgData name="Tobias Schwippel" userId="60502f33327bc102" providerId="LiveId" clId="{81C1D008-2529-498C-BFF7-7E8D43CD6733}" dt="2024-11-21T11:27:22.160" v="8261" actId="478"/>
          <ac:picMkLst>
            <pc:docMk/>
            <pc:sldMk cId="3410974073" sldId="273"/>
            <ac:picMk id="17" creationId="{760FD663-DDC7-B272-733D-FA472AFCD423}"/>
          </ac:picMkLst>
        </pc:picChg>
        <pc:picChg chg="add del mod modCrop">
          <ac:chgData name="Tobias Schwippel" userId="60502f33327bc102" providerId="LiveId" clId="{81C1D008-2529-498C-BFF7-7E8D43CD6733}" dt="2024-11-21T11:27:26.767" v="8262" actId="21"/>
          <ac:picMkLst>
            <pc:docMk/>
            <pc:sldMk cId="3410974073" sldId="273"/>
            <ac:picMk id="18" creationId="{96E43AC7-01B6-8C18-108E-AAFF98FD75BB}"/>
          </ac:picMkLst>
        </pc:picChg>
        <pc:picChg chg="add del mod">
          <ac:chgData name="Tobias Schwippel" userId="60502f33327bc102" providerId="LiveId" clId="{81C1D008-2529-498C-BFF7-7E8D43CD6733}" dt="2024-11-21T14:55:39.500" v="8400" actId="1076"/>
          <ac:picMkLst>
            <pc:docMk/>
            <pc:sldMk cId="3410974073" sldId="273"/>
            <ac:picMk id="2050" creationId="{1E32ECBA-99D1-9783-5EC7-C86562620F7C}"/>
          </ac:picMkLst>
        </pc:picChg>
        <pc:picChg chg="add mod">
          <ac:chgData name="Tobias Schwippel" userId="60502f33327bc102" providerId="LiveId" clId="{81C1D008-2529-498C-BFF7-7E8D43CD6733}" dt="2024-11-21T14:55:42.021" v="8401" actId="1076"/>
          <ac:picMkLst>
            <pc:docMk/>
            <pc:sldMk cId="3410974073" sldId="273"/>
            <ac:picMk id="2052" creationId="{3B682A81-33BB-2FC0-0940-1917F005FB37}"/>
          </ac:picMkLst>
        </pc:picChg>
        <pc:picChg chg="add del mod">
          <ac:chgData name="Tobias Schwippel" userId="60502f33327bc102" providerId="LiveId" clId="{81C1D008-2529-498C-BFF7-7E8D43CD6733}" dt="2024-11-21T11:27:20.996" v="8259" actId="478"/>
          <ac:picMkLst>
            <pc:docMk/>
            <pc:sldMk cId="3410974073" sldId="273"/>
            <ac:picMk id="2054" creationId="{C64A889C-1E7A-C44F-3675-FACE86A2D1B8}"/>
          </ac:picMkLst>
        </pc:picChg>
        <pc:picChg chg="add mod">
          <ac:chgData name="Tobias Schwippel" userId="60502f33327bc102" providerId="LiveId" clId="{81C1D008-2529-498C-BFF7-7E8D43CD6733}" dt="2024-11-21T11:31:32.922" v="8293" actId="1076"/>
          <ac:picMkLst>
            <pc:docMk/>
            <pc:sldMk cId="3410974073" sldId="273"/>
            <ac:picMk id="2056" creationId="{6AE12B61-AB42-E8B5-FE1A-61F1FD72F69E}"/>
          </ac:picMkLst>
        </pc:picChg>
      </pc:sldChg>
      <pc:sldChg chg="addSp delSp modSp mod modAnim">
        <pc:chgData name="Tobias Schwippel" userId="60502f33327bc102" providerId="LiveId" clId="{81C1D008-2529-498C-BFF7-7E8D43CD6733}" dt="2024-11-21T18:24:46.849" v="8783" actId="20577"/>
        <pc:sldMkLst>
          <pc:docMk/>
          <pc:sldMk cId="2863528162" sldId="274"/>
        </pc:sldMkLst>
        <pc:spChg chg="mod">
          <ac:chgData name="Tobias Schwippel" userId="60502f33327bc102" providerId="LiveId" clId="{81C1D008-2529-498C-BFF7-7E8D43CD6733}" dt="2024-11-21T14:53:17.988" v="8309" actId="20577"/>
          <ac:spMkLst>
            <pc:docMk/>
            <pc:sldMk cId="2863528162" sldId="274"/>
            <ac:spMk id="2" creationId="{1DFC8749-D423-9F0C-B5F6-09E8C7B844F9}"/>
          </ac:spMkLst>
        </pc:spChg>
        <pc:spChg chg="mod">
          <ac:chgData name="Tobias Schwippel" userId="60502f33327bc102" providerId="LiveId" clId="{81C1D008-2529-498C-BFF7-7E8D43CD6733}" dt="2024-11-21T18:24:46.849" v="8783" actId="20577"/>
          <ac:spMkLst>
            <pc:docMk/>
            <pc:sldMk cId="2863528162" sldId="274"/>
            <ac:spMk id="3" creationId="{06449306-B547-E13E-0FEF-07A4F2BC9C5B}"/>
          </ac:spMkLst>
        </pc:spChg>
        <pc:spChg chg="del">
          <ac:chgData name="Tobias Schwippel" userId="60502f33327bc102" providerId="LiveId" clId="{81C1D008-2529-498C-BFF7-7E8D43CD6733}" dt="2024-11-20T20:28:02.195" v="5046" actId="478"/>
          <ac:spMkLst>
            <pc:docMk/>
            <pc:sldMk cId="2863528162" sldId="274"/>
            <ac:spMk id="4" creationId="{C24DDC90-CB03-70B3-DBA5-08BAF04627CC}"/>
          </ac:spMkLst>
        </pc:spChg>
        <pc:spChg chg="add del">
          <ac:chgData name="Tobias Schwippel" userId="60502f33327bc102" providerId="LiveId" clId="{81C1D008-2529-498C-BFF7-7E8D43CD6733}" dt="2024-11-20T20:28:04.001" v="5047" actId="478"/>
          <ac:spMkLst>
            <pc:docMk/>
            <pc:sldMk cId="2863528162" sldId="274"/>
            <ac:spMk id="5" creationId="{B4E8ED1F-E957-56F5-5571-AC963FA90605}"/>
          </ac:spMkLst>
        </pc:spChg>
        <pc:spChg chg="add mod">
          <ac:chgData name="Tobias Schwippel" userId="60502f33327bc102" providerId="LiveId" clId="{81C1D008-2529-498C-BFF7-7E8D43CD6733}" dt="2024-11-20T20:28:04.888" v="5048"/>
          <ac:spMkLst>
            <pc:docMk/>
            <pc:sldMk cId="2863528162" sldId="274"/>
            <ac:spMk id="8" creationId="{46F1624F-01C0-8FBB-BC4E-7C17C8056CAD}"/>
          </ac:spMkLst>
        </pc:spChg>
        <pc:spChg chg="add mod">
          <ac:chgData name="Tobias Schwippel" userId="60502f33327bc102" providerId="LiveId" clId="{81C1D008-2529-498C-BFF7-7E8D43CD6733}" dt="2024-11-20T20:28:04.888" v="5048"/>
          <ac:spMkLst>
            <pc:docMk/>
            <pc:sldMk cId="2863528162" sldId="274"/>
            <ac:spMk id="9" creationId="{ED3BF4E0-C7D2-0120-F3FE-E08B7D3D41F0}"/>
          </ac:spMkLst>
        </pc:spChg>
        <pc:spChg chg="add mod">
          <ac:chgData name="Tobias Schwippel" userId="60502f33327bc102" providerId="LiveId" clId="{81C1D008-2529-498C-BFF7-7E8D43CD6733}" dt="2024-11-20T20:45:23.001" v="5306" actId="1076"/>
          <ac:spMkLst>
            <pc:docMk/>
            <pc:sldMk cId="2863528162" sldId="274"/>
            <ac:spMk id="13" creationId="{B67868B8-B61A-8C1A-F449-19F64AD94199}"/>
          </ac:spMkLst>
        </pc:spChg>
        <pc:spChg chg="add del mod">
          <ac:chgData name="Tobias Schwippel" userId="60502f33327bc102" providerId="LiveId" clId="{81C1D008-2529-498C-BFF7-7E8D43CD6733}" dt="2024-11-20T20:09:08.688" v="4863" actId="478"/>
          <ac:spMkLst>
            <pc:docMk/>
            <pc:sldMk cId="2863528162" sldId="274"/>
            <ac:spMk id="14" creationId="{9105B088-D34B-B964-496A-16D4905CC57B}"/>
          </ac:spMkLst>
        </pc:spChg>
        <pc:spChg chg="add mod">
          <ac:chgData name="Tobias Schwippel" userId="60502f33327bc102" providerId="LiveId" clId="{81C1D008-2529-498C-BFF7-7E8D43CD6733}" dt="2024-11-20T20:45:23.001" v="5306" actId="1076"/>
          <ac:spMkLst>
            <pc:docMk/>
            <pc:sldMk cId="2863528162" sldId="274"/>
            <ac:spMk id="15" creationId="{F379ED3E-9246-3751-9C7A-D0C3064FB655}"/>
          </ac:spMkLst>
        </pc:spChg>
        <pc:grpChg chg="add mod">
          <ac:chgData name="Tobias Schwippel" userId="60502f33327bc102" providerId="LiveId" clId="{81C1D008-2529-498C-BFF7-7E8D43CD6733}" dt="2024-11-20T20:45:23.001" v="5306" actId="1076"/>
          <ac:grpSpMkLst>
            <pc:docMk/>
            <pc:sldMk cId="2863528162" sldId="274"/>
            <ac:grpSpMk id="7" creationId="{4E08CC8B-BAF9-4820-3CBA-3A4275AABFE2}"/>
          </ac:grpSpMkLst>
        </pc:grpChg>
        <pc:grpChg chg="add mod">
          <ac:chgData name="Tobias Schwippel" userId="60502f33327bc102" providerId="LiveId" clId="{81C1D008-2529-498C-BFF7-7E8D43CD6733}" dt="2024-11-20T20:45:23.001" v="5306" actId="1076"/>
          <ac:grpSpMkLst>
            <pc:docMk/>
            <pc:sldMk cId="2863528162" sldId="274"/>
            <ac:grpSpMk id="11" creationId="{EA5A78A4-37F1-BE92-FAD1-FFBC90BA03D6}"/>
          </ac:grpSpMkLst>
        </pc:grpChg>
        <pc:grpChg chg="add mod">
          <ac:chgData name="Tobias Schwippel" userId="60502f33327bc102" providerId="LiveId" clId="{81C1D008-2529-498C-BFF7-7E8D43CD6733}" dt="2024-11-20T20:45:23.001" v="5306" actId="1076"/>
          <ac:grpSpMkLst>
            <pc:docMk/>
            <pc:sldMk cId="2863528162" sldId="274"/>
            <ac:grpSpMk id="16" creationId="{04FA6AC0-0EF8-A9D7-FB76-7B155A184F69}"/>
          </ac:grpSpMkLst>
        </pc:grpChg>
        <pc:grpChg chg="add mod">
          <ac:chgData name="Tobias Schwippel" userId="60502f33327bc102" providerId="LiveId" clId="{81C1D008-2529-498C-BFF7-7E8D43CD6733}" dt="2024-11-10T13:38:10.981" v="2126" actId="164"/>
          <ac:grpSpMkLst>
            <pc:docMk/>
            <pc:sldMk cId="2863528162" sldId="274"/>
            <ac:grpSpMk id="17" creationId="{5C95063C-6422-9BAA-0D96-CC2B0F74A5AC}"/>
          </ac:grpSpMkLst>
        </pc:grpChg>
        <pc:grpChg chg="add del mod">
          <ac:chgData name="Tobias Schwippel" userId="60502f33327bc102" providerId="LiveId" clId="{81C1D008-2529-498C-BFF7-7E8D43CD6733}" dt="2024-11-20T20:45:11.692" v="5305" actId="478"/>
          <ac:grpSpMkLst>
            <pc:docMk/>
            <pc:sldMk cId="2863528162" sldId="274"/>
            <ac:grpSpMk id="17" creationId="{E311C519-269E-943E-C493-3BA17AFBDC5D}"/>
          </ac:grpSpMkLst>
        </pc:grpChg>
        <pc:grpChg chg="add mod">
          <ac:chgData name="Tobias Schwippel" userId="60502f33327bc102" providerId="LiveId" clId="{81C1D008-2529-498C-BFF7-7E8D43CD6733}" dt="2024-11-20T20:45:23.001" v="5306" actId="1076"/>
          <ac:grpSpMkLst>
            <pc:docMk/>
            <pc:sldMk cId="2863528162" sldId="274"/>
            <ac:grpSpMk id="18" creationId="{84F05DF0-0B44-5505-F909-272C7A35C011}"/>
          </ac:grpSpMkLst>
        </pc:grpChg>
        <pc:grpChg chg="add mod">
          <ac:chgData name="Tobias Schwippel" userId="60502f33327bc102" providerId="LiveId" clId="{81C1D008-2529-498C-BFF7-7E8D43CD6733}" dt="2024-11-20T20:43:28.688" v="5296"/>
          <ac:grpSpMkLst>
            <pc:docMk/>
            <pc:sldMk cId="2863528162" sldId="274"/>
            <ac:grpSpMk id="28" creationId="{04F5C423-C154-59C8-419B-47009957C006}"/>
          </ac:grpSpMkLst>
        </pc:grpChg>
        <pc:graphicFrameChg chg="mod">
          <ac:chgData name="Tobias Schwippel" userId="60502f33327bc102" providerId="LiveId" clId="{81C1D008-2529-498C-BFF7-7E8D43CD6733}" dt="2024-11-20T11:34:42.909" v="4276" actId="207"/>
          <ac:graphicFrameMkLst>
            <pc:docMk/>
            <pc:sldMk cId="2863528162" sldId="274"/>
            <ac:graphicFrameMk id="19" creationId="{62B9FAAB-64D1-BE0F-9FE2-BCBA77A98E08}"/>
          </ac:graphicFrameMkLst>
        </pc:graphicFrameChg>
        <pc:graphicFrameChg chg="mod">
          <ac:chgData name="Tobias Schwippel" userId="60502f33327bc102" providerId="LiveId" clId="{81C1D008-2529-498C-BFF7-7E8D43CD6733}" dt="2024-11-20T20:43:40.379" v="5297" actId="2084"/>
          <ac:graphicFrameMkLst>
            <pc:docMk/>
            <pc:sldMk cId="2863528162" sldId="274"/>
            <ac:graphicFrameMk id="29" creationId="{E8A0F428-CC4F-BE98-00AF-B11EEE25F4AA}"/>
          </ac:graphicFrameMkLst>
        </pc:graphicFrameChg>
        <pc:picChg chg="add mod">
          <ac:chgData name="Tobias Schwippel" userId="60502f33327bc102" providerId="LiveId" clId="{81C1D008-2529-498C-BFF7-7E8D43CD6733}" dt="2024-11-20T20:45:23.001" v="5306" actId="1076"/>
          <ac:picMkLst>
            <pc:docMk/>
            <pc:sldMk cId="2863528162" sldId="274"/>
            <ac:picMk id="6" creationId="{F23A1C62-7386-2049-BAC7-80BEBBC5FF8B}"/>
          </ac:picMkLst>
        </pc:picChg>
        <pc:picChg chg="add del mod">
          <ac:chgData name="Tobias Schwippel" userId="60502f33327bc102" providerId="LiveId" clId="{81C1D008-2529-498C-BFF7-7E8D43CD6733}" dt="2024-11-20T11:34:08.422" v="4269" actId="478"/>
          <ac:picMkLst>
            <pc:docMk/>
            <pc:sldMk cId="2863528162" sldId="274"/>
            <ac:picMk id="8" creationId="{B0F76FF8-BFFB-CCBC-0B39-B0D6082A312A}"/>
          </ac:picMkLst>
        </pc:picChg>
        <pc:picChg chg="add del mod">
          <ac:chgData name="Tobias Schwippel" userId="60502f33327bc102" providerId="LiveId" clId="{81C1D008-2529-498C-BFF7-7E8D43CD6733}" dt="2024-11-20T11:34:11.906" v="4271" actId="478"/>
          <ac:picMkLst>
            <pc:docMk/>
            <pc:sldMk cId="2863528162" sldId="274"/>
            <ac:picMk id="9" creationId="{E8B269F7-9225-C075-DDA3-F558790EB71F}"/>
          </ac:picMkLst>
        </pc:picChg>
        <pc:picChg chg="add del mod">
          <ac:chgData name="Tobias Schwippel" userId="60502f33327bc102" providerId="LiveId" clId="{81C1D008-2529-498C-BFF7-7E8D43CD6733}" dt="2024-11-20T20:35:36.105" v="5181" actId="478"/>
          <ac:picMkLst>
            <pc:docMk/>
            <pc:sldMk cId="2863528162" sldId="274"/>
            <ac:picMk id="10" creationId="{1266C1F5-AF6E-84CC-B65F-C43CD6E32A78}"/>
          </ac:picMkLst>
        </pc:picChg>
        <pc:picChg chg="add mod">
          <ac:chgData name="Tobias Schwippel" userId="60502f33327bc102" providerId="LiveId" clId="{81C1D008-2529-498C-BFF7-7E8D43CD6733}" dt="2024-11-20T20:45:23.001" v="5306" actId="1076"/>
          <ac:picMkLst>
            <pc:docMk/>
            <pc:sldMk cId="2863528162" sldId="274"/>
            <ac:picMk id="12" creationId="{7D05B872-6E4C-3183-B5C4-75317B885EB8}"/>
          </ac:picMkLst>
        </pc:picChg>
        <pc:picChg chg="mod">
          <ac:chgData name="Tobias Schwippel" userId="60502f33327bc102" providerId="LiveId" clId="{81C1D008-2529-498C-BFF7-7E8D43CD6733}" dt="2024-11-20T11:33:58.683" v="4265"/>
          <ac:picMkLst>
            <pc:docMk/>
            <pc:sldMk cId="2863528162" sldId="274"/>
            <ac:picMk id="21" creationId="{6EED4785-0EBE-C210-3AEE-77A8D542DEFC}"/>
          </ac:picMkLst>
        </pc:picChg>
        <pc:picChg chg="mod">
          <ac:chgData name="Tobias Schwippel" userId="60502f33327bc102" providerId="LiveId" clId="{81C1D008-2529-498C-BFF7-7E8D43CD6733}" dt="2024-11-20T11:33:58.683" v="4265"/>
          <ac:picMkLst>
            <pc:docMk/>
            <pc:sldMk cId="2863528162" sldId="274"/>
            <ac:picMk id="22" creationId="{395F3263-F769-2138-51E5-3975B1393028}"/>
          </ac:picMkLst>
        </pc:picChg>
        <pc:picChg chg="mod">
          <ac:chgData name="Tobias Schwippel" userId="60502f33327bc102" providerId="LiveId" clId="{81C1D008-2529-498C-BFF7-7E8D43CD6733}" dt="2024-11-20T11:33:58.683" v="4265"/>
          <ac:picMkLst>
            <pc:docMk/>
            <pc:sldMk cId="2863528162" sldId="274"/>
            <ac:picMk id="23" creationId="{12BFE463-7E8B-D9B2-9D39-AC9203181F5D}"/>
          </ac:picMkLst>
        </pc:picChg>
        <pc:picChg chg="mod">
          <ac:chgData name="Tobias Schwippel" userId="60502f33327bc102" providerId="LiveId" clId="{81C1D008-2529-498C-BFF7-7E8D43CD6733}" dt="2024-11-20T11:33:58.683" v="4265"/>
          <ac:picMkLst>
            <pc:docMk/>
            <pc:sldMk cId="2863528162" sldId="274"/>
            <ac:picMk id="24" creationId="{7526428F-93AF-B836-C139-BA41DB913A5A}"/>
          </ac:picMkLst>
        </pc:picChg>
        <pc:picChg chg="mod">
          <ac:chgData name="Tobias Schwippel" userId="60502f33327bc102" providerId="LiveId" clId="{81C1D008-2529-498C-BFF7-7E8D43CD6733}" dt="2024-11-20T11:33:58.683" v="4265"/>
          <ac:picMkLst>
            <pc:docMk/>
            <pc:sldMk cId="2863528162" sldId="274"/>
            <ac:picMk id="25" creationId="{6215D300-74BB-20EA-D61F-E7B763D806CF}"/>
          </ac:picMkLst>
        </pc:picChg>
        <pc:picChg chg="add mod ord">
          <ac:chgData name="Tobias Schwippel" userId="60502f33327bc102" providerId="LiveId" clId="{81C1D008-2529-498C-BFF7-7E8D43CD6733}" dt="2024-11-20T20:45:23.001" v="5306" actId="1076"/>
          <ac:picMkLst>
            <pc:docMk/>
            <pc:sldMk cId="2863528162" sldId="274"/>
            <ac:picMk id="26" creationId="{ED1E412F-1B89-60B2-435E-795295924D3E}"/>
          </ac:picMkLst>
        </pc:picChg>
        <pc:picChg chg="add mod">
          <ac:chgData name="Tobias Schwippel" userId="60502f33327bc102" providerId="LiveId" clId="{81C1D008-2529-498C-BFF7-7E8D43CD6733}" dt="2024-11-20T20:45:23.001" v="5306" actId="1076"/>
          <ac:picMkLst>
            <pc:docMk/>
            <pc:sldMk cId="2863528162" sldId="274"/>
            <ac:picMk id="27" creationId="{91E827C6-65ED-47B3-0941-6CE19692FA57}"/>
          </ac:picMkLst>
        </pc:picChg>
        <pc:picChg chg="mod">
          <ac:chgData name="Tobias Schwippel" userId="60502f33327bc102" providerId="LiveId" clId="{81C1D008-2529-498C-BFF7-7E8D43CD6733}" dt="2024-11-20T20:43:28.688" v="5296"/>
          <ac:picMkLst>
            <pc:docMk/>
            <pc:sldMk cId="2863528162" sldId="274"/>
            <ac:picMk id="30" creationId="{854FCE05-9D04-8D7A-14B4-7EAD99B5F0EC}"/>
          </ac:picMkLst>
        </pc:picChg>
        <pc:picChg chg="mod">
          <ac:chgData name="Tobias Schwippel" userId="60502f33327bc102" providerId="LiveId" clId="{81C1D008-2529-498C-BFF7-7E8D43CD6733}" dt="2024-11-20T20:43:28.688" v="5296"/>
          <ac:picMkLst>
            <pc:docMk/>
            <pc:sldMk cId="2863528162" sldId="274"/>
            <ac:picMk id="31" creationId="{43A0FB3B-7D2C-303B-3278-95E8E54756BE}"/>
          </ac:picMkLst>
        </pc:picChg>
        <pc:picChg chg="mod">
          <ac:chgData name="Tobias Schwippel" userId="60502f33327bc102" providerId="LiveId" clId="{81C1D008-2529-498C-BFF7-7E8D43CD6733}" dt="2024-11-20T20:43:28.688" v="5296"/>
          <ac:picMkLst>
            <pc:docMk/>
            <pc:sldMk cId="2863528162" sldId="274"/>
            <ac:picMk id="32" creationId="{D0010ACD-FCE4-A4E7-72F0-C714E7D4EE21}"/>
          </ac:picMkLst>
        </pc:picChg>
        <pc:picChg chg="mod">
          <ac:chgData name="Tobias Schwippel" userId="60502f33327bc102" providerId="LiveId" clId="{81C1D008-2529-498C-BFF7-7E8D43CD6733}" dt="2024-11-20T20:43:28.688" v="5296"/>
          <ac:picMkLst>
            <pc:docMk/>
            <pc:sldMk cId="2863528162" sldId="274"/>
            <ac:picMk id="33" creationId="{83F1D51F-CE90-F15D-52CD-6A53CDC1998A}"/>
          </ac:picMkLst>
        </pc:picChg>
        <pc:picChg chg="mod">
          <ac:chgData name="Tobias Schwippel" userId="60502f33327bc102" providerId="LiveId" clId="{81C1D008-2529-498C-BFF7-7E8D43CD6733}" dt="2024-11-20T20:43:28.688" v="5296"/>
          <ac:picMkLst>
            <pc:docMk/>
            <pc:sldMk cId="2863528162" sldId="274"/>
            <ac:picMk id="34" creationId="{4CBF47C2-68DD-AE62-6273-577FD8DE1398}"/>
          </ac:picMkLst>
        </pc:picChg>
        <pc:picChg chg="add mod">
          <ac:chgData name="Tobias Schwippel" userId="60502f33327bc102" providerId="LiveId" clId="{81C1D008-2529-498C-BFF7-7E8D43CD6733}" dt="2024-11-20T20:45:23.001" v="5306" actId="1076"/>
          <ac:picMkLst>
            <pc:docMk/>
            <pc:sldMk cId="2863528162" sldId="274"/>
            <ac:picMk id="1026" creationId="{43C5EC27-11A9-A5F9-9414-9C7BC7C96F87}"/>
          </ac:picMkLst>
        </pc:picChg>
        <pc:cxnChg chg="add del mod">
          <ac:chgData name="Tobias Schwippel" userId="60502f33327bc102" providerId="LiveId" clId="{81C1D008-2529-498C-BFF7-7E8D43CD6733}" dt="2024-11-20T20:11:20.113" v="4939" actId="478"/>
          <ac:cxnSpMkLst>
            <pc:docMk/>
            <pc:sldMk cId="2863528162" sldId="274"/>
            <ac:cxnSpMk id="20" creationId="{C76DBA9E-20A9-84D0-C1D3-3B8657C48D18}"/>
          </ac:cxnSpMkLst>
        </pc:cxnChg>
      </pc:sldChg>
      <pc:sldChg chg="addSp delSp modSp new mod ord setBg modAnim">
        <pc:chgData name="Tobias Schwippel" userId="60502f33327bc102" providerId="LiveId" clId="{81C1D008-2529-498C-BFF7-7E8D43CD6733}" dt="2024-11-21T18:23:14.272" v="8770" actId="20577"/>
        <pc:sldMkLst>
          <pc:docMk/>
          <pc:sldMk cId="706664901" sldId="275"/>
        </pc:sldMkLst>
        <pc:spChg chg="mod">
          <ac:chgData name="Tobias Schwippel" userId="60502f33327bc102" providerId="LiveId" clId="{81C1D008-2529-498C-BFF7-7E8D43CD6733}" dt="2024-11-21T14:53:24.518" v="8313" actId="20577"/>
          <ac:spMkLst>
            <pc:docMk/>
            <pc:sldMk cId="706664901" sldId="275"/>
            <ac:spMk id="2" creationId="{90E6299F-C135-92F2-01A0-F007E1BA19AC}"/>
          </ac:spMkLst>
        </pc:spChg>
        <pc:spChg chg="del">
          <ac:chgData name="Tobias Schwippel" userId="60502f33327bc102" providerId="LiveId" clId="{81C1D008-2529-498C-BFF7-7E8D43CD6733}" dt="2024-11-10T12:34:41.894" v="199" actId="478"/>
          <ac:spMkLst>
            <pc:docMk/>
            <pc:sldMk cId="706664901" sldId="275"/>
            <ac:spMk id="3" creationId="{DF81C06A-524F-A3AB-FEB7-39789AD0D7D9}"/>
          </ac:spMkLst>
        </pc:spChg>
        <pc:spChg chg="add mod">
          <ac:chgData name="Tobias Schwippel" userId="60502f33327bc102" providerId="LiveId" clId="{81C1D008-2529-498C-BFF7-7E8D43CD6733}" dt="2024-11-21T10:47:47.790" v="7738" actId="120"/>
          <ac:spMkLst>
            <pc:docMk/>
            <pc:sldMk cId="706664901" sldId="275"/>
            <ac:spMk id="5" creationId="{3EFACE6B-AF3B-8FE1-DCD2-0B70E4A5C280}"/>
          </ac:spMkLst>
        </pc:spChg>
        <pc:spChg chg="add mod">
          <ac:chgData name="Tobias Schwippel" userId="60502f33327bc102" providerId="LiveId" clId="{81C1D008-2529-498C-BFF7-7E8D43CD6733}" dt="2024-11-10T12:37:39.762" v="355" actId="207"/>
          <ac:spMkLst>
            <pc:docMk/>
            <pc:sldMk cId="706664901" sldId="275"/>
            <ac:spMk id="6" creationId="{88CBD5D1-DF1C-B487-6D5C-3286BF24FDA6}"/>
          </ac:spMkLst>
        </pc:spChg>
        <pc:spChg chg="add mod">
          <ac:chgData name="Tobias Schwippel" userId="60502f33327bc102" providerId="LiveId" clId="{81C1D008-2529-498C-BFF7-7E8D43CD6733}" dt="2024-11-21T18:23:14.272" v="8770" actId="20577"/>
          <ac:spMkLst>
            <pc:docMk/>
            <pc:sldMk cId="706664901" sldId="275"/>
            <ac:spMk id="7" creationId="{9E4410C1-6FCD-8144-20DB-AC5D8EE201F7}"/>
          </ac:spMkLst>
        </pc:spChg>
        <pc:spChg chg="add">
          <ac:chgData name="Tobias Schwippel" userId="60502f33327bc102" providerId="LiveId" clId="{81C1D008-2529-498C-BFF7-7E8D43CD6733}" dt="2024-11-10T12:34:45.649" v="201" actId="26606"/>
          <ac:spMkLst>
            <pc:docMk/>
            <pc:sldMk cId="706664901" sldId="275"/>
            <ac:spMk id="9" creationId="{53F29798-D584-4792-9B62-3F5F5C36D619}"/>
          </ac:spMkLst>
        </pc:spChg>
        <pc:spChg chg="add mod">
          <ac:chgData name="Tobias Schwippel" userId="60502f33327bc102" providerId="LiveId" clId="{81C1D008-2529-498C-BFF7-7E8D43CD6733}" dt="2024-11-20T20:27:44.157" v="5041"/>
          <ac:spMkLst>
            <pc:docMk/>
            <pc:sldMk cId="706664901" sldId="275"/>
            <ac:spMk id="10" creationId="{D8A61325-7AB0-55BB-116F-9CB24233FC90}"/>
          </ac:spMkLst>
        </pc:spChg>
        <pc:spChg chg="add mod">
          <ac:chgData name="Tobias Schwippel" userId="60502f33327bc102" providerId="LiveId" clId="{81C1D008-2529-498C-BFF7-7E8D43CD6733}" dt="2024-11-20T20:27:44.157" v="5041"/>
          <ac:spMkLst>
            <pc:docMk/>
            <pc:sldMk cId="706664901" sldId="275"/>
            <ac:spMk id="11" creationId="{D3D2DCB6-61C0-4F33-044C-50F3A43485DF}"/>
          </ac:spMkLst>
        </pc:spChg>
        <pc:spChg chg="add mod">
          <ac:chgData name="Tobias Schwippel" userId="60502f33327bc102" providerId="LiveId" clId="{81C1D008-2529-498C-BFF7-7E8D43CD6733}" dt="2024-11-21T10:48:53.534" v="7933" actId="20577"/>
          <ac:spMkLst>
            <pc:docMk/>
            <pc:sldMk cId="706664901" sldId="275"/>
            <ac:spMk id="19" creationId="{51DD8FF8-3DC6-9287-ED29-64591FF9A6D8}"/>
          </ac:spMkLst>
        </pc:spChg>
        <pc:grpChg chg="add mod">
          <ac:chgData name="Tobias Schwippel" userId="60502f33327bc102" providerId="LiveId" clId="{81C1D008-2529-498C-BFF7-7E8D43CD6733}" dt="2024-11-20T20:45:06.177" v="5304"/>
          <ac:grpSpMkLst>
            <pc:docMk/>
            <pc:sldMk cId="706664901" sldId="275"/>
            <ac:grpSpMk id="12" creationId="{E6314B4C-DAE6-B671-03CA-BDBFBB43DA5B}"/>
          </ac:grpSpMkLst>
        </pc:grpChg>
        <pc:graphicFrameChg chg="mod">
          <ac:chgData name="Tobias Schwippel" userId="60502f33327bc102" providerId="LiveId" clId="{81C1D008-2529-498C-BFF7-7E8D43CD6733}" dt="2024-11-20T20:45:06.177" v="5304"/>
          <ac:graphicFrameMkLst>
            <pc:docMk/>
            <pc:sldMk cId="706664901" sldId="275"/>
            <ac:graphicFrameMk id="13" creationId="{513B3485-F298-2ED3-D1A3-2252E955FD75}"/>
          </ac:graphicFrameMkLst>
        </pc:graphicFrameChg>
        <pc:picChg chg="add mod">
          <ac:chgData name="Tobias Schwippel" userId="60502f33327bc102" providerId="LiveId" clId="{81C1D008-2529-498C-BFF7-7E8D43CD6733}" dt="2024-11-10T12:34:59.976" v="205" actId="1076"/>
          <ac:picMkLst>
            <pc:docMk/>
            <pc:sldMk cId="706664901" sldId="275"/>
            <ac:picMk id="4" creationId="{BDEF14E1-0F09-BD46-3A29-BD6E1F005456}"/>
          </ac:picMkLst>
        </pc:picChg>
        <pc:picChg chg="add mod">
          <ac:chgData name="Tobias Schwippel" userId="60502f33327bc102" providerId="LiveId" clId="{81C1D008-2529-498C-BFF7-7E8D43CD6733}" dt="2024-11-20T20:14:32.045" v="4947" actId="1076"/>
          <ac:picMkLst>
            <pc:docMk/>
            <pc:sldMk cId="706664901" sldId="275"/>
            <ac:picMk id="8" creationId="{EC9B4091-36E3-15C8-D397-7FCBB077A931}"/>
          </ac:picMkLst>
        </pc:picChg>
        <pc:picChg chg="mod">
          <ac:chgData name="Tobias Schwippel" userId="60502f33327bc102" providerId="LiveId" clId="{81C1D008-2529-498C-BFF7-7E8D43CD6733}" dt="2024-11-20T20:45:06.177" v="5304"/>
          <ac:picMkLst>
            <pc:docMk/>
            <pc:sldMk cId="706664901" sldId="275"/>
            <ac:picMk id="14" creationId="{C65398D5-1531-B48A-DE1F-EBE6CEE6DE1D}"/>
          </ac:picMkLst>
        </pc:picChg>
        <pc:picChg chg="mod">
          <ac:chgData name="Tobias Schwippel" userId="60502f33327bc102" providerId="LiveId" clId="{81C1D008-2529-498C-BFF7-7E8D43CD6733}" dt="2024-11-20T20:45:06.177" v="5304"/>
          <ac:picMkLst>
            <pc:docMk/>
            <pc:sldMk cId="706664901" sldId="275"/>
            <ac:picMk id="15" creationId="{9A2F1576-D41B-D07F-22C9-967AFDC5F739}"/>
          </ac:picMkLst>
        </pc:picChg>
        <pc:picChg chg="mod">
          <ac:chgData name="Tobias Schwippel" userId="60502f33327bc102" providerId="LiveId" clId="{81C1D008-2529-498C-BFF7-7E8D43CD6733}" dt="2024-11-20T20:45:06.177" v="5304"/>
          <ac:picMkLst>
            <pc:docMk/>
            <pc:sldMk cId="706664901" sldId="275"/>
            <ac:picMk id="16" creationId="{F47DFCCC-07FA-A37D-004A-55E7A11D56D0}"/>
          </ac:picMkLst>
        </pc:picChg>
        <pc:picChg chg="mod">
          <ac:chgData name="Tobias Schwippel" userId="60502f33327bc102" providerId="LiveId" clId="{81C1D008-2529-498C-BFF7-7E8D43CD6733}" dt="2024-11-20T20:45:06.177" v="5304"/>
          <ac:picMkLst>
            <pc:docMk/>
            <pc:sldMk cId="706664901" sldId="275"/>
            <ac:picMk id="17" creationId="{47119A7A-8521-F96C-DD66-196ADAAD08D8}"/>
          </ac:picMkLst>
        </pc:picChg>
        <pc:picChg chg="mod">
          <ac:chgData name="Tobias Schwippel" userId="60502f33327bc102" providerId="LiveId" clId="{81C1D008-2529-498C-BFF7-7E8D43CD6733}" dt="2024-11-20T20:45:06.177" v="5304"/>
          <ac:picMkLst>
            <pc:docMk/>
            <pc:sldMk cId="706664901" sldId="275"/>
            <ac:picMk id="18" creationId="{52EB78D8-9802-079B-6CDC-CA77A1118000}"/>
          </ac:picMkLst>
        </pc:picChg>
      </pc:sldChg>
      <pc:sldChg chg="addSp modSp new del mod">
        <pc:chgData name="Tobias Schwippel" userId="60502f33327bc102" providerId="LiveId" clId="{81C1D008-2529-498C-BFF7-7E8D43CD6733}" dt="2024-11-20T21:15:03.719" v="6118" actId="47"/>
        <pc:sldMkLst>
          <pc:docMk/>
          <pc:sldMk cId="2756469815" sldId="276"/>
        </pc:sldMkLst>
        <pc:spChg chg="mod">
          <ac:chgData name="Tobias Schwippel" userId="60502f33327bc102" providerId="LiveId" clId="{81C1D008-2529-498C-BFF7-7E8D43CD6733}" dt="2024-11-10T12:51:00.463" v="673" actId="20577"/>
          <ac:spMkLst>
            <pc:docMk/>
            <pc:sldMk cId="2756469815" sldId="276"/>
            <ac:spMk id="2" creationId="{A16D9E73-6679-1167-2584-1E634F29F5FC}"/>
          </ac:spMkLst>
        </pc:spChg>
        <pc:spChg chg="mod">
          <ac:chgData name="Tobias Schwippel" userId="60502f33327bc102" providerId="LiveId" clId="{81C1D008-2529-498C-BFF7-7E8D43CD6733}" dt="2024-11-10T12:57:56.248" v="929" actId="404"/>
          <ac:spMkLst>
            <pc:docMk/>
            <pc:sldMk cId="2756469815" sldId="276"/>
            <ac:spMk id="3" creationId="{7E9C30AC-23B6-C5B3-BA5E-6976F05E1A2E}"/>
          </ac:spMkLst>
        </pc:spChg>
        <pc:spChg chg="add mod">
          <ac:chgData name="Tobias Schwippel" userId="60502f33327bc102" providerId="LiveId" clId="{81C1D008-2529-498C-BFF7-7E8D43CD6733}" dt="2024-11-20T20:29:12.436" v="5074"/>
          <ac:spMkLst>
            <pc:docMk/>
            <pc:sldMk cId="2756469815" sldId="276"/>
            <ac:spMk id="4" creationId="{2C0AF7DE-E2FA-C3D9-B918-86B43A118144}"/>
          </ac:spMkLst>
        </pc:spChg>
        <pc:spChg chg="add mod">
          <ac:chgData name="Tobias Schwippel" userId="60502f33327bc102" providerId="LiveId" clId="{81C1D008-2529-498C-BFF7-7E8D43CD6733}" dt="2024-11-20T20:29:12.436" v="5074"/>
          <ac:spMkLst>
            <pc:docMk/>
            <pc:sldMk cId="2756469815" sldId="276"/>
            <ac:spMk id="5" creationId="{0DC28C2A-03A6-58DE-67E7-3308EC738106}"/>
          </ac:spMkLst>
        </pc:spChg>
      </pc:sldChg>
      <pc:sldChg chg="addSp delSp modSp new add del mod">
        <pc:chgData name="Tobias Schwippel" userId="60502f33327bc102" providerId="LiveId" clId="{81C1D008-2529-498C-BFF7-7E8D43CD6733}" dt="2024-11-21T18:20:31.450" v="8766" actId="1076"/>
        <pc:sldMkLst>
          <pc:docMk/>
          <pc:sldMk cId="328976035" sldId="277"/>
        </pc:sldMkLst>
        <pc:spChg chg="mod">
          <ac:chgData name="Tobias Schwippel" userId="60502f33327bc102" providerId="LiveId" clId="{81C1D008-2529-498C-BFF7-7E8D43CD6733}" dt="2024-11-21T15:09:26.627" v="8443" actId="1076"/>
          <ac:spMkLst>
            <pc:docMk/>
            <pc:sldMk cId="328976035" sldId="277"/>
            <ac:spMk id="2" creationId="{70527F05-A06E-4677-8509-E9045D5EB2CC}"/>
          </ac:spMkLst>
        </pc:spChg>
        <pc:spChg chg="add del">
          <ac:chgData name="Tobias Schwippel" userId="60502f33327bc102" providerId="LiveId" clId="{81C1D008-2529-498C-BFF7-7E8D43CD6733}" dt="2024-11-10T13:15:44.124" v="1558"/>
          <ac:spMkLst>
            <pc:docMk/>
            <pc:sldMk cId="328976035" sldId="277"/>
            <ac:spMk id="3" creationId="{CB474A72-9431-6E06-F4AA-A3C9ECA6E33A}"/>
          </ac:spMkLst>
        </pc:spChg>
        <pc:spChg chg="mod topLvl">
          <ac:chgData name="Tobias Schwippel" userId="60502f33327bc102" providerId="LiveId" clId="{81C1D008-2529-498C-BFF7-7E8D43CD6733}" dt="2024-11-10T13:17:06.884" v="1573" actId="21"/>
          <ac:spMkLst>
            <pc:docMk/>
            <pc:sldMk cId="328976035" sldId="277"/>
            <ac:spMk id="9" creationId="{33F2C243-23C6-3B2F-C41D-87E7587B50EA}"/>
          </ac:spMkLst>
        </pc:spChg>
        <pc:spChg chg="add del mod">
          <ac:chgData name="Tobias Schwippel" userId="60502f33327bc102" providerId="LiveId" clId="{81C1D008-2529-498C-BFF7-7E8D43CD6733}" dt="2024-11-10T13:17:06.884" v="1573" actId="21"/>
          <ac:spMkLst>
            <pc:docMk/>
            <pc:sldMk cId="328976035" sldId="277"/>
            <ac:spMk id="10" creationId="{AA739FA4-BE57-2CEF-6879-E0C255065045}"/>
          </ac:spMkLst>
        </pc:spChg>
        <pc:spChg chg="del mod">
          <ac:chgData name="Tobias Schwippel" userId="60502f33327bc102" providerId="LiveId" clId="{81C1D008-2529-498C-BFF7-7E8D43CD6733}" dt="2024-11-10T13:16:59.785" v="1570" actId="478"/>
          <ac:spMkLst>
            <pc:docMk/>
            <pc:sldMk cId="328976035" sldId="277"/>
            <ac:spMk id="11" creationId="{68292095-8060-AFEA-9007-EC3908668C2B}"/>
          </ac:spMkLst>
        </pc:spChg>
        <pc:spChg chg="add mod">
          <ac:chgData name="Tobias Schwippel" userId="60502f33327bc102" providerId="LiveId" clId="{81C1D008-2529-498C-BFF7-7E8D43CD6733}" dt="2024-11-20T20:29:15.838" v="5075"/>
          <ac:spMkLst>
            <pc:docMk/>
            <pc:sldMk cId="328976035" sldId="277"/>
            <ac:spMk id="12" creationId="{E2BE7F00-25B0-03CD-AD70-3CC3A26D2278}"/>
          </ac:spMkLst>
        </pc:spChg>
        <pc:spChg chg="add mod">
          <ac:chgData name="Tobias Schwippel" userId="60502f33327bc102" providerId="LiveId" clId="{81C1D008-2529-498C-BFF7-7E8D43CD6733}" dt="2024-11-20T20:29:15.838" v="5075"/>
          <ac:spMkLst>
            <pc:docMk/>
            <pc:sldMk cId="328976035" sldId="277"/>
            <ac:spMk id="13" creationId="{5A04C8CE-EF5C-27F5-EEA5-8FC63CB21818}"/>
          </ac:spMkLst>
        </pc:spChg>
        <pc:spChg chg="add del mod">
          <ac:chgData name="Tobias Schwippel" userId="60502f33327bc102" providerId="LiveId" clId="{81C1D008-2529-498C-BFF7-7E8D43CD6733}" dt="2024-11-10T13:17:18.433" v="1575" actId="21"/>
          <ac:spMkLst>
            <pc:docMk/>
            <pc:sldMk cId="328976035" sldId="277"/>
            <ac:spMk id="13" creationId="{AA739FA4-BE57-2CEF-6879-E0C255065045}"/>
          </ac:spMkLst>
        </pc:spChg>
        <pc:spChg chg="add mod">
          <ac:chgData name="Tobias Schwippel" userId="60502f33327bc102" providerId="LiveId" clId="{81C1D008-2529-498C-BFF7-7E8D43CD6733}" dt="2024-11-21T15:11:47.838" v="8558" actId="20577"/>
          <ac:spMkLst>
            <pc:docMk/>
            <pc:sldMk cId="328976035" sldId="277"/>
            <ac:spMk id="15" creationId="{54065F70-2E49-3132-4943-A18D37231E07}"/>
          </ac:spMkLst>
        </pc:spChg>
        <pc:spChg chg="add mod">
          <ac:chgData name="Tobias Schwippel" userId="60502f33327bc102" providerId="LiveId" clId="{81C1D008-2529-498C-BFF7-7E8D43CD6733}" dt="2024-11-10T13:17:25.244" v="1576"/>
          <ac:spMkLst>
            <pc:docMk/>
            <pc:sldMk cId="328976035" sldId="277"/>
            <ac:spMk id="15" creationId="{AA739FA4-BE57-2CEF-6879-E0C255065045}"/>
          </ac:spMkLst>
        </pc:spChg>
        <pc:spChg chg="add del mod">
          <ac:chgData name="Tobias Schwippel" userId="60502f33327bc102" providerId="LiveId" clId="{81C1D008-2529-498C-BFF7-7E8D43CD6733}" dt="2024-11-10T13:18:38.221" v="1597" actId="478"/>
          <ac:spMkLst>
            <pc:docMk/>
            <pc:sldMk cId="328976035" sldId="277"/>
            <ac:spMk id="16" creationId="{04975B16-2A71-E760-ED7B-E2E21286C84F}"/>
          </ac:spMkLst>
        </pc:spChg>
        <pc:spChg chg="add mod">
          <ac:chgData name="Tobias Schwippel" userId="60502f33327bc102" providerId="LiveId" clId="{81C1D008-2529-498C-BFF7-7E8D43CD6733}" dt="2024-11-21T18:20:15.381" v="8762" actId="1076"/>
          <ac:spMkLst>
            <pc:docMk/>
            <pc:sldMk cId="328976035" sldId="277"/>
            <ac:spMk id="16" creationId="{E0234F98-9F5C-B0AB-E439-6D87EFF3091B}"/>
          </ac:spMkLst>
        </pc:spChg>
        <pc:spChg chg="add mod">
          <ac:chgData name="Tobias Schwippel" userId="60502f33327bc102" providerId="LiveId" clId="{81C1D008-2529-498C-BFF7-7E8D43CD6733}" dt="2024-11-21T15:10:54.274" v="8512" actId="20577"/>
          <ac:spMkLst>
            <pc:docMk/>
            <pc:sldMk cId="328976035" sldId="277"/>
            <ac:spMk id="17" creationId="{9E4F3F7C-88FD-7DC1-29D3-8ADF527A27BF}"/>
          </ac:spMkLst>
        </pc:spChg>
        <pc:spChg chg="add del mod">
          <ac:chgData name="Tobias Schwippel" userId="60502f33327bc102" providerId="LiveId" clId="{81C1D008-2529-498C-BFF7-7E8D43CD6733}" dt="2024-11-10T13:17:49.037" v="1592" actId="478"/>
          <ac:spMkLst>
            <pc:docMk/>
            <pc:sldMk cId="328976035" sldId="277"/>
            <ac:spMk id="18" creationId="{4A679FDF-270C-84A5-F2AC-1D0F1BE65A8B}"/>
          </ac:spMkLst>
        </pc:spChg>
        <pc:spChg chg="add mod">
          <ac:chgData name="Tobias Schwippel" userId="60502f33327bc102" providerId="LiveId" clId="{81C1D008-2529-498C-BFF7-7E8D43CD6733}" dt="2024-11-21T15:11:17.498" v="8540" actId="1076"/>
          <ac:spMkLst>
            <pc:docMk/>
            <pc:sldMk cId="328976035" sldId="277"/>
            <ac:spMk id="18" creationId="{CCB9BDF7-7FD7-DC7D-F5E7-5F712370B6D7}"/>
          </ac:spMkLst>
        </pc:spChg>
        <pc:spChg chg="add mod">
          <ac:chgData name="Tobias Schwippel" userId="60502f33327bc102" providerId="LiveId" clId="{81C1D008-2529-498C-BFF7-7E8D43CD6733}" dt="2024-11-21T15:12:37.977" v="8608" actId="1076"/>
          <ac:spMkLst>
            <pc:docMk/>
            <pc:sldMk cId="328976035" sldId="277"/>
            <ac:spMk id="19" creationId="{EB5E4441-B0ED-F8B9-4187-1C7AC4BEAE3C}"/>
          </ac:spMkLst>
        </pc:spChg>
        <pc:spChg chg="add mod">
          <ac:chgData name="Tobias Schwippel" userId="60502f33327bc102" providerId="LiveId" clId="{81C1D008-2529-498C-BFF7-7E8D43CD6733}" dt="2024-11-21T15:12:18.923" v="8588" actId="20577"/>
          <ac:spMkLst>
            <pc:docMk/>
            <pc:sldMk cId="328976035" sldId="277"/>
            <ac:spMk id="20" creationId="{2FFCB81B-3DC9-E9B3-B3AE-7279F676E4F7}"/>
          </ac:spMkLst>
        </pc:spChg>
        <pc:spChg chg="add mod">
          <ac:chgData name="Tobias Schwippel" userId="60502f33327bc102" providerId="LiveId" clId="{81C1D008-2529-498C-BFF7-7E8D43CD6733}" dt="2024-11-10T13:18:23.569" v="1593"/>
          <ac:spMkLst>
            <pc:docMk/>
            <pc:sldMk cId="328976035" sldId="277"/>
            <ac:spMk id="20" creationId="{5F746D2E-999D-35A1-596B-9CD0CBF1767F}"/>
          </ac:spMkLst>
        </pc:spChg>
        <pc:spChg chg="add mod">
          <ac:chgData name="Tobias Schwippel" userId="60502f33327bc102" providerId="LiveId" clId="{81C1D008-2529-498C-BFF7-7E8D43CD6733}" dt="2024-11-21T15:13:24.956" v="8709" actId="20577"/>
          <ac:spMkLst>
            <pc:docMk/>
            <pc:sldMk cId="328976035" sldId="277"/>
            <ac:spMk id="22" creationId="{917FCEE4-69EB-E8AB-6F3A-EE16D371D650}"/>
          </ac:spMkLst>
        </pc:spChg>
        <pc:spChg chg="add del mod ord">
          <ac:chgData name="Tobias Schwippel" userId="60502f33327bc102" providerId="LiveId" clId="{81C1D008-2529-498C-BFF7-7E8D43CD6733}" dt="2024-11-10T13:20:26.917" v="1646" actId="478"/>
          <ac:spMkLst>
            <pc:docMk/>
            <pc:sldMk cId="328976035" sldId="277"/>
            <ac:spMk id="22" creationId="{A5AA223F-1AB9-5387-1BEB-CB54DF2D4E1B}"/>
          </ac:spMkLst>
        </pc:spChg>
        <pc:spChg chg="add mod">
          <ac:chgData name="Tobias Schwippel" userId="60502f33327bc102" providerId="LiveId" clId="{81C1D008-2529-498C-BFF7-7E8D43CD6733}" dt="2024-11-21T15:13:52.122" v="8753" actId="113"/>
          <ac:spMkLst>
            <pc:docMk/>
            <pc:sldMk cId="328976035" sldId="277"/>
            <ac:spMk id="23" creationId="{E8F58138-CE0A-1CB4-23DD-8D0CF6A9821B}"/>
          </ac:spMkLst>
        </pc:spChg>
        <pc:spChg chg="add mod">
          <ac:chgData name="Tobias Schwippel" userId="60502f33327bc102" providerId="LiveId" clId="{81C1D008-2529-498C-BFF7-7E8D43CD6733}" dt="2024-11-21T18:20:27.031" v="8764" actId="1076"/>
          <ac:spMkLst>
            <pc:docMk/>
            <pc:sldMk cId="328976035" sldId="277"/>
            <ac:spMk id="24" creationId="{767B1672-0D6D-5F21-3D31-14A898188E4F}"/>
          </ac:spMkLst>
        </pc:spChg>
        <pc:spChg chg="add mod">
          <ac:chgData name="Tobias Schwippel" userId="60502f33327bc102" providerId="LiveId" clId="{81C1D008-2529-498C-BFF7-7E8D43CD6733}" dt="2024-11-21T18:20:30.561" v="8765" actId="1076"/>
          <ac:spMkLst>
            <pc:docMk/>
            <pc:sldMk cId="328976035" sldId="277"/>
            <ac:spMk id="25" creationId="{F0A231FB-C9FD-491B-81A6-B2D46967F34E}"/>
          </ac:spMkLst>
        </pc:spChg>
        <pc:spChg chg="add del mod">
          <ac:chgData name="Tobias Schwippel" userId="60502f33327bc102" providerId="LiveId" clId="{81C1D008-2529-498C-BFF7-7E8D43CD6733}" dt="2024-11-21T15:08:50.826" v="8438" actId="478"/>
          <ac:spMkLst>
            <pc:docMk/>
            <pc:sldMk cId="328976035" sldId="277"/>
            <ac:spMk id="26" creationId="{F6C56EB3-FE7C-B226-27B0-C2FC43F873DE}"/>
          </ac:spMkLst>
        </pc:spChg>
        <pc:spChg chg="add mod">
          <ac:chgData name="Tobias Schwippel" userId="60502f33327bc102" providerId="LiveId" clId="{81C1D008-2529-498C-BFF7-7E8D43CD6733}" dt="2024-11-21T18:20:31.450" v="8766" actId="1076"/>
          <ac:spMkLst>
            <pc:docMk/>
            <pc:sldMk cId="328976035" sldId="277"/>
            <ac:spMk id="27" creationId="{93ED23C2-4F11-44C0-A851-F24FEE6FFFA8}"/>
          </ac:spMkLst>
        </pc:spChg>
        <pc:spChg chg="add mod">
          <ac:chgData name="Tobias Schwippel" userId="60502f33327bc102" providerId="LiveId" clId="{81C1D008-2529-498C-BFF7-7E8D43CD6733}" dt="2024-11-21T15:13:43.741" v="8751" actId="20577"/>
          <ac:spMkLst>
            <pc:docMk/>
            <pc:sldMk cId="328976035" sldId="277"/>
            <ac:spMk id="29" creationId="{0906DECA-4459-E101-9A66-3FBEF16CE434}"/>
          </ac:spMkLst>
        </pc:spChg>
        <pc:grpChg chg="add del mod">
          <ac:chgData name="Tobias Schwippel" userId="60502f33327bc102" providerId="LiveId" clId="{81C1D008-2529-498C-BFF7-7E8D43CD6733}" dt="2024-11-21T15:13:47.542" v="8752" actId="478"/>
          <ac:grpSpMkLst>
            <pc:docMk/>
            <pc:sldMk cId="328976035" sldId="277"/>
            <ac:grpSpMk id="3" creationId="{60FC8710-20CF-54C4-270F-490A408E0275}"/>
          </ac:grpSpMkLst>
        </pc:grpChg>
        <pc:grpChg chg="add del mod">
          <ac:chgData name="Tobias Schwippel" userId="60502f33327bc102" providerId="LiveId" clId="{81C1D008-2529-498C-BFF7-7E8D43CD6733}" dt="2024-11-10T13:17:06.884" v="1573" actId="21"/>
          <ac:grpSpMkLst>
            <pc:docMk/>
            <pc:sldMk cId="328976035" sldId="277"/>
            <ac:grpSpMk id="7" creationId="{613B1D44-6FC0-A999-5C1B-0C738C70D7EC}"/>
          </ac:grpSpMkLst>
        </pc:grpChg>
        <pc:graphicFrameChg chg="mod">
          <ac:chgData name="Tobias Schwippel" userId="60502f33327bc102" providerId="LiveId" clId="{81C1D008-2529-498C-BFF7-7E8D43CD6733}" dt="2024-11-21T15:09:20.694" v="8442" actId="255"/>
          <ac:graphicFrameMkLst>
            <pc:docMk/>
            <pc:sldMk cId="328976035" sldId="277"/>
            <ac:graphicFrameMk id="4" creationId="{6C084B32-EE76-02EF-E03C-B82BEC0310F2}"/>
          </ac:graphicFrameMkLst>
        </pc:graphicFrameChg>
        <pc:graphicFrameChg chg="add del modGraphic">
          <ac:chgData name="Tobias Schwippel" userId="60502f33327bc102" providerId="LiveId" clId="{81C1D008-2529-498C-BFF7-7E8D43CD6733}" dt="2024-11-20T20:32:28.727" v="5098" actId="478"/>
          <ac:graphicFrameMkLst>
            <pc:docMk/>
            <pc:sldMk cId="328976035" sldId="277"/>
            <ac:graphicFrameMk id="14" creationId="{F34E0B21-8397-F152-DC43-BA6DAD375352}"/>
          </ac:graphicFrameMkLst>
        </pc:graphicFrameChg>
        <pc:picChg chg="add del mod">
          <ac:chgData name="Tobias Schwippel" userId="60502f33327bc102" providerId="LiveId" clId="{81C1D008-2529-498C-BFF7-7E8D43CD6733}" dt="2024-11-10T13:15:23.525" v="1554" actId="14100"/>
          <ac:picMkLst>
            <pc:docMk/>
            <pc:sldMk cId="328976035" sldId="277"/>
            <ac:picMk id="4" creationId="{91780F6E-61B5-3401-944B-639D67C5748C}"/>
          </ac:picMkLst>
        </pc:picChg>
        <pc:picChg chg="mod">
          <ac:chgData name="Tobias Schwippel" userId="60502f33327bc102" providerId="LiveId" clId="{81C1D008-2529-498C-BFF7-7E8D43CD6733}" dt="2024-11-20T11:37:55.729" v="4305"/>
          <ac:picMkLst>
            <pc:docMk/>
            <pc:sldMk cId="328976035" sldId="277"/>
            <ac:picMk id="5" creationId="{40B744CE-8D84-DF83-C784-D4D83B1C1849}"/>
          </ac:picMkLst>
        </pc:picChg>
        <pc:picChg chg="add mod">
          <ac:chgData name="Tobias Schwippel" userId="60502f33327bc102" providerId="LiveId" clId="{81C1D008-2529-498C-BFF7-7E8D43CD6733}" dt="2024-11-10T13:15:20.306" v="1552" actId="14100"/>
          <ac:picMkLst>
            <pc:docMk/>
            <pc:sldMk cId="328976035" sldId="277"/>
            <ac:picMk id="5" creationId="{91780F6E-61B5-3401-944B-639D67C5748C}"/>
          </ac:picMkLst>
        </pc:picChg>
        <pc:picChg chg="add mod">
          <ac:chgData name="Tobias Schwippel" userId="60502f33327bc102" providerId="LiveId" clId="{81C1D008-2529-498C-BFF7-7E8D43CD6733}" dt="2024-11-21T18:19:43.769" v="8760" actId="1076"/>
          <ac:picMkLst>
            <pc:docMk/>
            <pc:sldMk cId="328976035" sldId="277"/>
            <ac:picMk id="6" creationId="{92142F4A-F607-9081-84AB-AF611AB4909D}"/>
          </ac:picMkLst>
        </pc:picChg>
        <pc:picChg chg="mod">
          <ac:chgData name="Tobias Schwippel" userId="60502f33327bc102" providerId="LiveId" clId="{81C1D008-2529-498C-BFF7-7E8D43CD6733}" dt="2024-11-20T11:37:55.729" v="4305"/>
          <ac:picMkLst>
            <pc:docMk/>
            <pc:sldMk cId="328976035" sldId="277"/>
            <ac:picMk id="7" creationId="{E086A831-AD7C-2DA8-8E2A-34741FEC05F9}"/>
          </ac:picMkLst>
        </pc:picChg>
        <pc:picChg chg="mod">
          <ac:chgData name="Tobias Schwippel" userId="60502f33327bc102" providerId="LiveId" clId="{81C1D008-2529-498C-BFF7-7E8D43CD6733}" dt="2024-11-20T11:37:55.729" v="4305"/>
          <ac:picMkLst>
            <pc:docMk/>
            <pc:sldMk cId="328976035" sldId="277"/>
            <ac:picMk id="8" creationId="{2D7E82BE-BEEB-8213-24AA-A28678470AAE}"/>
          </ac:picMkLst>
        </pc:picChg>
        <pc:picChg chg="add del mod topLvl">
          <ac:chgData name="Tobias Schwippel" userId="60502f33327bc102" providerId="LiveId" clId="{81C1D008-2529-498C-BFF7-7E8D43CD6733}" dt="2024-11-10T13:17:06.884" v="1573" actId="21"/>
          <ac:picMkLst>
            <pc:docMk/>
            <pc:sldMk cId="328976035" sldId="277"/>
            <ac:picMk id="8" creationId="{66A228E2-A8C4-E093-F417-E198E088B2B1}"/>
          </ac:picMkLst>
        </pc:picChg>
        <pc:picChg chg="mod">
          <ac:chgData name="Tobias Schwippel" userId="60502f33327bc102" providerId="LiveId" clId="{81C1D008-2529-498C-BFF7-7E8D43CD6733}" dt="2024-11-20T11:37:55.729" v="4305"/>
          <ac:picMkLst>
            <pc:docMk/>
            <pc:sldMk cId="328976035" sldId="277"/>
            <ac:picMk id="10" creationId="{971078CD-9EAF-FA1F-4B0C-9A9766766657}"/>
          </ac:picMkLst>
        </pc:picChg>
        <pc:picChg chg="mod">
          <ac:chgData name="Tobias Schwippel" userId="60502f33327bc102" providerId="LiveId" clId="{81C1D008-2529-498C-BFF7-7E8D43CD6733}" dt="2024-11-20T11:37:55.729" v="4305"/>
          <ac:picMkLst>
            <pc:docMk/>
            <pc:sldMk cId="328976035" sldId="277"/>
            <ac:picMk id="11" creationId="{936B5B49-925A-73FE-F0B4-CE8007073FDB}"/>
          </ac:picMkLst>
        </pc:picChg>
        <pc:picChg chg="add del mod">
          <ac:chgData name="Tobias Schwippel" userId="60502f33327bc102" providerId="LiveId" clId="{81C1D008-2529-498C-BFF7-7E8D43CD6733}" dt="2024-11-10T13:17:18.433" v="1575" actId="21"/>
          <ac:picMkLst>
            <pc:docMk/>
            <pc:sldMk cId="328976035" sldId="277"/>
            <ac:picMk id="12" creationId="{66A228E2-A8C4-E093-F417-E198E088B2B1}"/>
          </ac:picMkLst>
        </pc:picChg>
        <pc:picChg chg="add mod">
          <ac:chgData name="Tobias Schwippel" userId="60502f33327bc102" providerId="LiveId" clId="{81C1D008-2529-498C-BFF7-7E8D43CD6733}" dt="2024-11-10T13:17:25.244" v="1576"/>
          <ac:picMkLst>
            <pc:docMk/>
            <pc:sldMk cId="328976035" sldId="277"/>
            <ac:picMk id="14" creationId="{66A228E2-A8C4-E093-F417-E198E088B2B1}"/>
          </ac:picMkLst>
        </pc:picChg>
        <pc:picChg chg="add del mod">
          <ac:chgData name="Tobias Schwippel" userId="60502f33327bc102" providerId="LiveId" clId="{81C1D008-2529-498C-BFF7-7E8D43CD6733}" dt="2024-11-10T13:17:47.857" v="1590" actId="478"/>
          <ac:picMkLst>
            <pc:docMk/>
            <pc:sldMk cId="328976035" sldId="277"/>
            <ac:picMk id="17" creationId="{A8EF6B47-7D15-D6CE-2B16-C32196BADA9D}"/>
          </ac:picMkLst>
        </pc:picChg>
        <pc:picChg chg="add mod">
          <ac:chgData name="Tobias Schwippel" userId="60502f33327bc102" providerId="LiveId" clId="{81C1D008-2529-498C-BFF7-7E8D43CD6733}" dt="2024-11-10T13:18:23.569" v="1593"/>
          <ac:picMkLst>
            <pc:docMk/>
            <pc:sldMk cId="328976035" sldId="277"/>
            <ac:picMk id="19" creationId="{B4E7E720-BE3D-A160-7E30-88C528CAEA49}"/>
          </ac:picMkLst>
        </pc:picChg>
        <pc:picChg chg="add mod">
          <ac:chgData name="Tobias Schwippel" userId="60502f33327bc102" providerId="LiveId" clId="{81C1D008-2529-498C-BFF7-7E8D43CD6733}" dt="2024-11-21T18:20:19.937" v="8763" actId="1076"/>
          <ac:picMkLst>
            <pc:docMk/>
            <pc:sldMk cId="328976035" sldId="277"/>
            <ac:picMk id="21" creationId="{93FC89AE-F469-906E-BB4E-4C53D8E118DC}"/>
          </ac:picMkLst>
        </pc:picChg>
        <pc:picChg chg="add mod">
          <ac:chgData name="Tobias Schwippel" userId="60502f33327bc102" providerId="LiveId" clId="{81C1D008-2529-498C-BFF7-7E8D43CD6733}" dt="2024-11-21T15:11:02.344" v="8513" actId="1076"/>
          <ac:picMkLst>
            <pc:docMk/>
            <pc:sldMk cId="328976035" sldId="277"/>
            <ac:picMk id="28" creationId="{BCB36A45-F6F8-19B9-8BC5-EC0454FAC763}"/>
          </ac:picMkLst>
        </pc:picChg>
      </pc:sldChg>
      <pc:sldChg chg="add del">
        <pc:chgData name="Tobias Schwippel" userId="60502f33327bc102" providerId="LiveId" clId="{81C1D008-2529-498C-BFF7-7E8D43CD6733}" dt="2024-11-10T13:15:33.776" v="1557" actId="47"/>
        <pc:sldMkLst>
          <pc:docMk/>
          <pc:sldMk cId="368738643" sldId="278"/>
        </pc:sldMkLst>
      </pc:sldChg>
      <pc:sldChg chg="addSp delSp modSp new mod modAnim">
        <pc:chgData name="Tobias Schwippel" userId="60502f33327bc102" providerId="LiveId" clId="{81C1D008-2529-498C-BFF7-7E8D43CD6733}" dt="2024-11-21T18:25:10.233" v="8800" actId="20577"/>
        <pc:sldMkLst>
          <pc:docMk/>
          <pc:sldMk cId="2703834539" sldId="278"/>
        </pc:sldMkLst>
        <pc:spChg chg="mod">
          <ac:chgData name="Tobias Schwippel" userId="60502f33327bc102" providerId="LiveId" clId="{81C1D008-2529-498C-BFF7-7E8D43CD6733}" dt="2024-11-21T18:25:10.233" v="8800" actId="20577"/>
          <ac:spMkLst>
            <pc:docMk/>
            <pc:sldMk cId="2703834539" sldId="278"/>
            <ac:spMk id="2" creationId="{A0664E10-9723-771F-6158-D47186DFC01E}"/>
          </ac:spMkLst>
        </pc:spChg>
        <pc:spChg chg="del">
          <ac:chgData name="Tobias Schwippel" userId="60502f33327bc102" providerId="LiveId" clId="{81C1D008-2529-498C-BFF7-7E8D43CD6733}" dt="2024-11-10T13:32:35.940" v="1931" actId="478"/>
          <ac:spMkLst>
            <pc:docMk/>
            <pc:sldMk cId="2703834539" sldId="278"/>
            <ac:spMk id="3" creationId="{A003C976-03A3-48C7-24E7-B18B5B01A9C4}"/>
          </ac:spMkLst>
        </pc:spChg>
        <pc:spChg chg="add mod ord">
          <ac:chgData name="Tobias Schwippel" userId="60502f33327bc102" providerId="LiveId" clId="{81C1D008-2529-498C-BFF7-7E8D43CD6733}" dt="2024-11-20T20:55:22.679" v="5613" actId="20577"/>
          <ac:spMkLst>
            <pc:docMk/>
            <pc:sldMk cId="2703834539" sldId="278"/>
            <ac:spMk id="4" creationId="{B865B9A6-D0AF-F2B2-01E4-650ED1E62EDB}"/>
          </ac:spMkLst>
        </pc:spChg>
        <pc:spChg chg="add mod">
          <ac:chgData name="Tobias Schwippel" userId="60502f33327bc102" providerId="LiveId" clId="{81C1D008-2529-498C-BFF7-7E8D43CD6733}" dt="2024-11-20T20:55:35.350" v="5615" actId="1076"/>
          <ac:spMkLst>
            <pc:docMk/>
            <pc:sldMk cId="2703834539" sldId="278"/>
            <ac:spMk id="7" creationId="{168DA2AD-6C42-5B75-87CF-F7A5FEF884CD}"/>
          </ac:spMkLst>
        </pc:spChg>
        <pc:spChg chg="add mod">
          <ac:chgData name="Tobias Schwippel" userId="60502f33327bc102" providerId="LiveId" clId="{81C1D008-2529-498C-BFF7-7E8D43CD6733}" dt="2024-11-20T20:55:16.283" v="5607" actId="20577"/>
          <ac:spMkLst>
            <pc:docMk/>
            <pc:sldMk cId="2703834539" sldId="278"/>
            <ac:spMk id="8" creationId="{BA5BE96E-F436-3AF4-EF7B-2F85A9182890}"/>
          </ac:spMkLst>
        </pc:spChg>
        <pc:spChg chg="add mod">
          <ac:chgData name="Tobias Schwippel" userId="60502f33327bc102" providerId="LiveId" clId="{81C1D008-2529-498C-BFF7-7E8D43CD6733}" dt="2024-11-20T20:54:18.747" v="5598" actId="113"/>
          <ac:spMkLst>
            <pc:docMk/>
            <pc:sldMk cId="2703834539" sldId="278"/>
            <ac:spMk id="9" creationId="{3E1CDD86-FC64-D164-368E-5862F0576673}"/>
          </ac:spMkLst>
        </pc:spChg>
        <pc:spChg chg="add mod">
          <ac:chgData name="Tobias Schwippel" userId="60502f33327bc102" providerId="LiveId" clId="{81C1D008-2529-498C-BFF7-7E8D43CD6733}" dt="2024-11-20T20:28:08.448" v="5049"/>
          <ac:spMkLst>
            <pc:docMk/>
            <pc:sldMk cId="2703834539" sldId="278"/>
            <ac:spMk id="10" creationId="{61DF7B87-924C-4CA5-F97D-BE52419883F7}"/>
          </ac:spMkLst>
        </pc:spChg>
        <pc:spChg chg="add mod">
          <ac:chgData name="Tobias Schwippel" userId="60502f33327bc102" providerId="LiveId" clId="{81C1D008-2529-498C-BFF7-7E8D43CD6733}" dt="2024-11-20T20:28:08.448" v="5049"/>
          <ac:spMkLst>
            <pc:docMk/>
            <pc:sldMk cId="2703834539" sldId="278"/>
            <ac:spMk id="11" creationId="{73909DE1-088B-9451-B9DB-A0BAA550DF4B}"/>
          </ac:spMkLst>
        </pc:spChg>
        <pc:spChg chg="add mod">
          <ac:chgData name="Tobias Schwippel" userId="60502f33327bc102" providerId="LiveId" clId="{81C1D008-2529-498C-BFF7-7E8D43CD6733}" dt="2024-11-20T20:41:40.024" v="5264" actId="403"/>
          <ac:spMkLst>
            <pc:docMk/>
            <pc:sldMk cId="2703834539" sldId="278"/>
            <ac:spMk id="18" creationId="{5D011FF5-C419-8664-42B8-76FBCF493129}"/>
          </ac:spMkLst>
        </pc:spChg>
        <pc:spChg chg="add mod">
          <ac:chgData name="Tobias Schwippel" userId="60502f33327bc102" providerId="LiveId" clId="{81C1D008-2529-498C-BFF7-7E8D43CD6733}" dt="2024-11-20T20:36:53.496" v="5193"/>
          <ac:spMkLst>
            <pc:docMk/>
            <pc:sldMk cId="2703834539" sldId="278"/>
            <ac:spMk id="21" creationId="{B9E227F9-7CB4-CECF-E4D9-1FA48A67F69B}"/>
          </ac:spMkLst>
        </pc:spChg>
        <pc:spChg chg="add mod">
          <ac:chgData name="Tobias Schwippel" userId="60502f33327bc102" providerId="LiveId" clId="{81C1D008-2529-498C-BFF7-7E8D43CD6733}" dt="2024-11-20T20:36:53.496" v="5193"/>
          <ac:spMkLst>
            <pc:docMk/>
            <pc:sldMk cId="2703834539" sldId="278"/>
            <ac:spMk id="22" creationId="{EE7D50DC-C88C-1BDB-1191-682D73BA5D3D}"/>
          </ac:spMkLst>
        </pc:spChg>
        <pc:spChg chg="add mod">
          <ac:chgData name="Tobias Schwippel" userId="60502f33327bc102" providerId="LiveId" clId="{81C1D008-2529-498C-BFF7-7E8D43CD6733}" dt="2024-11-20T20:36:53.222" v="5192"/>
          <ac:spMkLst>
            <pc:docMk/>
            <pc:sldMk cId="2703834539" sldId="278"/>
            <ac:spMk id="24" creationId="{984F623D-50A6-7B92-1645-2F4BC2F2961F}"/>
          </ac:spMkLst>
        </pc:spChg>
        <pc:spChg chg="add mod">
          <ac:chgData name="Tobias Schwippel" userId="60502f33327bc102" providerId="LiveId" clId="{81C1D008-2529-498C-BFF7-7E8D43CD6733}" dt="2024-11-20T20:36:53.222" v="5192"/>
          <ac:spMkLst>
            <pc:docMk/>
            <pc:sldMk cId="2703834539" sldId="278"/>
            <ac:spMk id="25" creationId="{9FC8B911-D31B-C309-D796-5B0C3E9B38CB}"/>
          </ac:spMkLst>
        </pc:spChg>
        <pc:spChg chg="add mod">
          <ac:chgData name="Tobias Schwippel" userId="60502f33327bc102" providerId="LiveId" clId="{81C1D008-2529-498C-BFF7-7E8D43CD6733}" dt="2024-11-20T20:49:13.184" v="5350" actId="164"/>
          <ac:spMkLst>
            <pc:docMk/>
            <pc:sldMk cId="2703834539" sldId="278"/>
            <ac:spMk id="34" creationId="{45E89B95-E434-FACE-B910-8D74932171C7}"/>
          </ac:spMkLst>
        </pc:spChg>
        <pc:spChg chg="add del mod">
          <ac:chgData name="Tobias Schwippel" userId="60502f33327bc102" providerId="LiveId" clId="{81C1D008-2529-498C-BFF7-7E8D43CD6733}" dt="2024-11-20T20:51:50.966" v="5426" actId="478"/>
          <ac:spMkLst>
            <pc:docMk/>
            <pc:sldMk cId="2703834539" sldId="278"/>
            <ac:spMk id="38" creationId="{16FB3B9D-8B6E-CF85-A61C-F22F41D2238B}"/>
          </ac:spMkLst>
        </pc:spChg>
        <pc:grpChg chg="add mod">
          <ac:chgData name="Tobias Schwippel" userId="60502f33327bc102" providerId="LiveId" clId="{81C1D008-2529-498C-BFF7-7E8D43CD6733}" dt="2024-11-20T20:42:51.032" v="5292" actId="1076"/>
          <ac:grpSpMkLst>
            <pc:docMk/>
            <pc:sldMk cId="2703834539" sldId="278"/>
            <ac:grpSpMk id="3" creationId="{F8BAB4A6-38A6-5DC2-B842-7E5593902E3C}"/>
          </ac:grpSpMkLst>
        </pc:grpChg>
        <pc:grpChg chg="add mod">
          <ac:chgData name="Tobias Schwippel" userId="60502f33327bc102" providerId="LiveId" clId="{81C1D008-2529-498C-BFF7-7E8D43CD6733}" dt="2024-11-20T20:36:53.496" v="5193"/>
          <ac:grpSpMkLst>
            <pc:docMk/>
            <pc:sldMk cId="2703834539" sldId="278"/>
            <ac:grpSpMk id="20" creationId="{6A19DEB8-380A-04EB-4AC5-670A150351A9}"/>
          </ac:grpSpMkLst>
        </pc:grpChg>
        <pc:grpChg chg="add mod">
          <ac:chgData name="Tobias Schwippel" userId="60502f33327bc102" providerId="LiveId" clId="{81C1D008-2529-498C-BFF7-7E8D43CD6733}" dt="2024-11-20T20:36:53.222" v="5192"/>
          <ac:grpSpMkLst>
            <pc:docMk/>
            <pc:sldMk cId="2703834539" sldId="278"/>
            <ac:grpSpMk id="23" creationId="{5A3EACBB-705E-E9EE-EADA-95BA344B9858}"/>
          </ac:grpSpMkLst>
        </pc:grpChg>
        <pc:grpChg chg="add mod">
          <ac:chgData name="Tobias Schwippel" userId="60502f33327bc102" providerId="LiveId" clId="{81C1D008-2529-498C-BFF7-7E8D43CD6733}" dt="2024-11-20T20:49:13.184" v="5350" actId="164"/>
          <ac:grpSpMkLst>
            <pc:docMk/>
            <pc:sldMk cId="2703834539" sldId="278"/>
            <ac:grpSpMk id="31" creationId="{0BF7FC59-1652-A212-AD6C-E4627144BD8B}"/>
          </ac:grpSpMkLst>
        </pc:grpChg>
        <pc:grpChg chg="add mod">
          <ac:chgData name="Tobias Schwippel" userId="60502f33327bc102" providerId="LiveId" clId="{81C1D008-2529-498C-BFF7-7E8D43CD6733}" dt="2024-11-20T20:55:22.679" v="5613" actId="20577"/>
          <ac:grpSpMkLst>
            <pc:docMk/>
            <pc:sldMk cId="2703834539" sldId="278"/>
            <ac:grpSpMk id="32" creationId="{C436AE27-EF1D-1CCE-0C4E-EF6FCE75D3DC}"/>
          </ac:grpSpMkLst>
        </pc:grpChg>
        <pc:grpChg chg="add mod">
          <ac:chgData name="Tobias Schwippel" userId="60502f33327bc102" providerId="LiveId" clId="{81C1D008-2529-498C-BFF7-7E8D43CD6733}" dt="2024-11-20T20:54:18.747" v="5598" actId="113"/>
          <ac:grpSpMkLst>
            <pc:docMk/>
            <pc:sldMk cId="2703834539" sldId="278"/>
            <ac:grpSpMk id="33" creationId="{A6E5B5B9-A658-BFE9-908C-6DADC9358995}"/>
          </ac:grpSpMkLst>
        </pc:grpChg>
        <pc:grpChg chg="add mod">
          <ac:chgData name="Tobias Schwippel" userId="60502f33327bc102" providerId="LiveId" clId="{81C1D008-2529-498C-BFF7-7E8D43CD6733}" dt="2024-11-20T20:49:13.184" v="5350" actId="164"/>
          <ac:grpSpMkLst>
            <pc:docMk/>
            <pc:sldMk cId="2703834539" sldId="278"/>
            <ac:grpSpMk id="35" creationId="{8FBEF5C3-24F1-64FA-19E6-65C282576C0F}"/>
          </ac:grpSpMkLst>
        </pc:grpChg>
        <pc:grpChg chg="add mod">
          <ac:chgData name="Tobias Schwippel" userId="60502f33327bc102" providerId="LiveId" clId="{81C1D008-2529-498C-BFF7-7E8D43CD6733}" dt="2024-11-20T20:55:22.679" v="5613" actId="20577"/>
          <ac:grpSpMkLst>
            <pc:docMk/>
            <pc:sldMk cId="2703834539" sldId="278"/>
            <ac:grpSpMk id="36" creationId="{FFC23C4B-3C9D-D33A-596A-A1F277A5B240}"/>
          </ac:grpSpMkLst>
        </pc:grpChg>
        <pc:grpChg chg="add mod">
          <ac:chgData name="Tobias Schwippel" userId="60502f33327bc102" providerId="LiveId" clId="{81C1D008-2529-498C-BFF7-7E8D43CD6733}" dt="2024-11-20T20:54:18.747" v="5598" actId="113"/>
          <ac:grpSpMkLst>
            <pc:docMk/>
            <pc:sldMk cId="2703834539" sldId="278"/>
            <ac:grpSpMk id="37" creationId="{A30F48F2-1693-F912-6191-2BF57C31DC3F}"/>
          </ac:grpSpMkLst>
        </pc:grpChg>
        <pc:graphicFrameChg chg="mod modGraphic">
          <ac:chgData name="Tobias Schwippel" userId="60502f33327bc102" providerId="LiveId" clId="{81C1D008-2529-498C-BFF7-7E8D43CD6733}" dt="2024-11-20T20:43:13.639" v="5295" actId="255"/>
          <ac:graphicFrameMkLst>
            <pc:docMk/>
            <pc:sldMk cId="2703834539" sldId="278"/>
            <ac:graphicFrameMk id="5" creationId="{FAA39584-A4A7-A683-73F2-7D981522815A}"/>
          </ac:graphicFrameMkLst>
        </pc:graphicFrameChg>
        <pc:graphicFrameChg chg="add mod modGraphic">
          <ac:chgData name="Tobias Schwippel" userId="60502f33327bc102" providerId="LiveId" clId="{81C1D008-2529-498C-BFF7-7E8D43CD6733}" dt="2024-11-21T14:53:05.776" v="8301" actId="20577"/>
          <ac:graphicFrameMkLst>
            <pc:docMk/>
            <pc:sldMk cId="2703834539" sldId="278"/>
            <ac:graphicFrameMk id="39" creationId="{7EF53FC3-EE57-B965-7A79-0093A4BE10DD}"/>
          </ac:graphicFrameMkLst>
        </pc:graphicFrameChg>
        <pc:picChg chg="add del mod">
          <ac:chgData name="Tobias Schwippel" userId="60502f33327bc102" providerId="LiveId" clId="{81C1D008-2529-498C-BFF7-7E8D43CD6733}" dt="2024-11-10T13:36:47.052" v="2107" actId="478"/>
          <ac:picMkLst>
            <pc:docMk/>
            <pc:sldMk cId="2703834539" sldId="278"/>
            <ac:picMk id="6" creationId="{00FCB4DB-A2B4-51F6-B909-486787EC82C6}"/>
          </ac:picMkLst>
        </pc:picChg>
        <pc:picChg chg="mod">
          <ac:chgData name="Tobias Schwippel" userId="60502f33327bc102" providerId="LiveId" clId="{81C1D008-2529-498C-BFF7-7E8D43CD6733}" dt="2024-11-20T11:36:10.427" v="4281"/>
          <ac:picMkLst>
            <pc:docMk/>
            <pc:sldMk cId="2703834539" sldId="278"/>
            <ac:picMk id="6" creationId="{39818F22-D8C4-AE51-8EE1-41AE24ED34B5}"/>
          </ac:picMkLst>
        </pc:picChg>
        <pc:picChg chg="add del mod">
          <ac:chgData name="Tobias Schwippel" userId="60502f33327bc102" providerId="LiveId" clId="{81C1D008-2529-498C-BFF7-7E8D43CD6733}" dt="2024-11-20T11:36:21.724" v="4284" actId="478"/>
          <ac:picMkLst>
            <pc:docMk/>
            <pc:sldMk cId="2703834539" sldId="278"/>
            <ac:picMk id="10" creationId="{4B7AC134-043D-DE60-D839-A7464EF17284}"/>
          </ac:picMkLst>
        </pc:picChg>
        <pc:picChg chg="add del mod">
          <ac:chgData name="Tobias Schwippel" userId="60502f33327bc102" providerId="LiveId" clId="{81C1D008-2529-498C-BFF7-7E8D43CD6733}" dt="2024-11-20T11:36:22.733" v="4285" actId="478"/>
          <ac:picMkLst>
            <pc:docMk/>
            <pc:sldMk cId="2703834539" sldId="278"/>
            <ac:picMk id="11" creationId="{EA47682C-FB31-8FED-3C87-60E69BB3BD76}"/>
          </ac:picMkLst>
        </pc:picChg>
        <pc:picChg chg="mod">
          <ac:chgData name="Tobias Schwippel" userId="60502f33327bc102" providerId="LiveId" clId="{81C1D008-2529-498C-BFF7-7E8D43CD6733}" dt="2024-11-20T11:36:10.427" v="4281"/>
          <ac:picMkLst>
            <pc:docMk/>
            <pc:sldMk cId="2703834539" sldId="278"/>
            <ac:picMk id="12" creationId="{5209B1D5-65E8-2BB6-240A-698995618B20}"/>
          </ac:picMkLst>
        </pc:picChg>
        <pc:picChg chg="mod">
          <ac:chgData name="Tobias Schwippel" userId="60502f33327bc102" providerId="LiveId" clId="{81C1D008-2529-498C-BFF7-7E8D43CD6733}" dt="2024-11-20T11:36:10.427" v="4281"/>
          <ac:picMkLst>
            <pc:docMk/>
            <pc:sldMk cId="2703834539" sldId="278"/>
            <ac:picMk id="13" creationId="{86064C32-79AD-3984-414B-90C204D2F365}"/>
          </ac:picMkLst>
        </pc:picChg>
        <pc:picChg chg="mod">
          <ac:chgData name="Tobias Schwippel" userId="60502f33327bc102" providerId="LiveId" clId="{81C1D008-2529-498C-BFF7-7E8D43CD6733}" dt="2024-11-20T11:36:10.427" v="4281"/>
          <ac:picMkLst>
            <pc:docMk/>
            <pc:sldMk cId="2703834539" sldId="278"/>
            <ac:picMk id="14" creationId="{4A91980D-14D9-8CC4-9708-6318EA975FFF}"/>
          </ac:picMkLst>
        </pc:picChg>
        <pc:picChg chg="mod">
          <ac:chgData name="Tobias Schwippel" userId="60502f33327bc102" providerId="LiveId" clId="{81C1D008-2529-498C-BFF7-7E8D43CD6733}" dt="2024-11-20T11:36:10.427" v="4281"/>
          <ac:picMkLst>
            <pc:docMk/>
            <pc:sldMk cId="2703834539" sldId="278"/>
            <ac:picMk id="15" creationId="{B0DFD179-733F-2F9A-DFF2-8654ABAD9DFA}"/>
          </ac:picMkLst>
        </pc:picChg>
        <pc:picChg chg="add mod">
          <ac:chgData name="Tobias Schwippel" userId="60502f33327bc102" providerId="LiveId" clId="{81C1D008-2529-498C-BFF7-7E8D43CD6733}" dt="2024-11-20T20:55:22.679" v="5613" actId="20577"/>
          <ac:picMkLst>
            <pc:docMk/>
            <pc:sldMk cId="2703834539" sldId="278"/>
            <ac:picMk id="16" creationId="{4BE21F9F-954D-06B7-E301-0CA8A2A1A207}"/>
          </ac:picMkLst>
        </pc:picChg>
        <pc:picChg chg="add mod">
          <ac:chgData name="Tobias Schwippel" userId="60502f33327bc102" providerId="LiveId" clId="{81C1D008-2529-498C-BFF7-7E8D43CD6733}" dt="2024-11-20T20:54:18.747" v="5598" actId="113"/>
          <ac:picMkLst>
            <pc:docMk/>
            <pc:sldMk cId="2703834539" sldId="278"/>
            <ac:picMk id="17" creationId="{A337D537-0BB6-D87D-2311-2B681C3B8DA9}"/>
          </ac:picMkLst>
        </pc:picChg>
        <pc:picChg chg="add mod">
          <ac:chgData name="Tobias Schwippel" userId="60502f33327bc102" providerId="LiveId" clId="{81C1D008-2529-498C-BFF7-7E8D43CD6733}" dt="2024-11-20T20:40:35.837" v="5222" actId="1076"/>
          <ac:picMkLst>
            <pc:docMk/>
            <pc:sldMk cId="2703834539" sldId="278"/>
            <ac:picMk id="19" creationId="{1D0235DF-6292-5EEB-7B76-472DB7DAD77B}"/>
          </ac:picMkLst>
        </pc:picChg>
        <pc:picChg chg="add mod">
          <ac:chgData name="Tobias Schwippel" userId="60502f33327bc102" providerId="LiveId" clId="{81C1D008-2529-498C-BFF7-7E8D43CD6733}" dt="2024-11-20T20:40:35.837" v="5222" actId="1076"/>
          <ac:picMkLst>
            <pc:docMk/>
            <pc:sldMk cId="2703834539" sldId="278"/>
            <ac:picMk id="26" creationId="{5C6A9DBA-EA26-6A91-DF2A-69839FE958B0}"/>
          </ac:picMkLst>
        </pc:picChg>
        <pc:picChg chg="add mod">
          <ac:chgData name="Tobias Schwippel" userId="60502f33327bc102" providerId="LiveId" clId="{81C1D008-2529-498C-BFF7-7E8D43CD6733}" dt="2024-11-20T20:40:35.837" v="5222" actId="1076"/>
          <ac:picMkLst>
            <pc:docMk/>
            <pc:sldMk cId="2703834539" sldId="278"/>
            <ac:picMk id="28" creationId="{5469680A-7495-3A35-5C96-8F58700F37D7}"/>
          </ac:picMkLst>
        </pc:picChg>
        <pc:picChg chg="add mod">
          <ac:chgData name="Tobias Schwippel" userId="60502f33327bc102" providerId="LiveId" clId="{81C1D008-2529-498C-BFF7-7E8D43CD6733}" dt="2024-11-20T20:40:35.837" v="5222" actId="1076"/>
          <ac:picMkLst>
            <pc:docMk/>
            <pc:sldMk cId="2703834539" sldId="278"/>
            <ac:picMk id="30" creationId="{1C7E6676-7098-245E-2BC5-4F16FBCA1DE9}"/>
          </ac:picMkLst>
        </pc:picChg>
        <pc:picChg chg="add mod">
          <ac:chgData name="Tobias Schwippel" userId="60502f33327bc102" providerId="LiveId" clId="{81C1D008-2529-498C-BFF7-7E8D43CD6733}" dt="2024-11-20T20:40:35.837" v="5222" actId="1076"/>
          <ac:picMkLst>
            <pc:docMk/>
            <pc:sldMk cId="2703834539" sldId="278"/>
            <ac:picMk id="1026" creationId="{A4415916-E808-858E-A49C-030F2A72AEAC}"/>
          </ac:picMkLst>
        </pc:picChg>
        <pc:picChg chg="add del mod">
          <ac:chgData name="Tobias Schwippel" userId="60502f33327bc102" providerId="LiveId" clId="{81C1D008-2529-498C-BFF7-7E8D43CD6733}" dt="2024-11-10T13:36:49.089" v="2108" actId="478"/>
          <ac:picMkLst>
            <pc:docMk/>
            <pc:sldMk cId="2703834539" sldId="278"/>
            <ac:picMk id="2050" creationId="{8D9DA0E0-8F12-D947-7687-2279FFC2A0D4}"/>
          </ac:picMkLst>
        </pc:picChg>
      </pc:sldChg>
      <pc:sldChg chg="addSp delSp modSp new mod modAnim">
        <pc:chgData name="Tobias Schwippel" userId="60502f33327bc102" providerId="LiveId" clId="{81C1D008-2529-498C-BFF7-7E8D43CD6733}" dt="2024-11-21T10:15:56.288" v="6628" actId="115"/>
        <pc:sldMkLst>
          <pc:docMk/>
          <pc:sldMk cId="3046102086" sldId="279"/>
        </pc:sldMkLst>
        <pc:spChg chg="mod">
          <ac:chgData name="Tobias Schwippel" userId="60502f33327bc102" providerId="LiveId" clId="{81C1D008-2529-498C-BFF7-7E8D43CD6733}" dt="2024-11-21T10:04:54.259" v="6560" actId="20577"/>
          <ac:spMkLst>
            <pc:docMk/>
            <pc:sldMk cId="3046102086" sldId="279"/>
            <ac:spMk id="2" creationId="{58D2CA61-F775-7296-5AA4-EBD3BA50C006}"/>
          </ac:spMkLst>
        </pc:spChg>
        <pc:spChg chg="add del mod">
          <ac:chgData name="Tobias Schwippel" userId="60502f33327bc102" providerId="LiveId" clId="{81C1D008-2529-498C-BFF7-7E8D43CD6733}" dt="2024-11-20T10:24:00.037" v="2394" actId="931"/>
          <ac:spMkLst>
            <pc:docMk/>
            <pc:sldMk cId="3046102086" sldId="279"/>
            <ac:spMk id="3" creationId="{6CA40853-0DAC-3E93-5890-48F7B966B67C}"/>
          </ac:spMkLst>
        </pc:spChg>
        <pc:spChg chg="del">
          <ac:chgData name="Tobias Schwippel" userId="60502f33327bc102" providerId="LiveId" clId="{81C1D008-2529-498C-BFF7-7E8D43CD6733}" dt="2024-11-10T13:49:10.075" v="2210"/>
          <ac:spMkLst>
            <pc:docMk/>
            <pc:sldMk cId="3046102086" sldId="279"/>
            <ac:spMk id="3" creationId="{6D2D431F-AA85-4AB8-7CCD-E00F686B57F1}"/>
          </ac:spMkLst>
        </pc:spChg>
        <pc:spChg chg="add mod">
          <ac:chgData name="Tobias Schwippel" userId="60502f33327bc102" providerId="LiveId" clId="{81C1D008-2529-498C-BFF7-7E8D43CD6733}" dt="2024-11-20T20:27:47.266" v="5042"/>
          <ac:spMkLst>
            <pc:docMk/>
            <pc:sldMk cId="3046102086" sldId="279"/>
            <ac:spMk id="3" creationId="{9EF9DB85-723B-160E-E58A-EC5F00814AB9}"/>
          </ac:spMkLst>
        </pc:spChg>
        <pc:spChg chg="add mod">
          <ac:chgData name="Tobias Schwippel" userId="60502f33327bc102" providerId="LiveId" clId="{81C1D008-2529-498C-BFF7-7E8D43CD6733}" dt="2024-11-21T10:15:40.720" v="6625" actId="1076"/>
          <ac:spMkLst>
            <pc:docMk/>
            <pc:sldMk cId="3046102086" sldId="279"/>
            <ac:spMk id="4" creationId="{168C64F8-48EB-8D98-B0F7-D1ECF89F9A97}"/>
          </ac:spMkLst>
        </pc:spChg>
        <pc:spChg chg="add del mod">
          <ac:chgData name="Tobias Schwippel" userId="60502f33327bc102" providerId="LiveId" clId="{81C1D008-2529-498C-BFF7-7E8D43CD6733}" dt="2024-11-20T11:14:16.368" v="3778" actId="478"/>
          <ac:spMkLst>
            <pc:docMk/>
            <pc:sldMk cId="3046102086" sldId="279"/>
            <ac:spMk id="5" creationId="{4B1339C6-867C-595C-8A7D-F1C01799DAB1}"/>
          </ac:spMkLst>
        </pc:spChg>
        <pc:spChg chg="add mod">
          <ac:chgData name="Tobias Schwippel" userId="60502f33327bc102" providerId="LiveId" clId="{81C1D008-2529-498C-BFF7-7E8D43CD6733}" dt="2024-11-20T20:27:47.266" v="5042"/>
          <ac:spMkLst>
            <pc:docMk/>
            <pc:sldMk cId="3046102086" sldId="279"/>
            <ac:spMk id="5" creationId="{8407E138-B80D-A143-34E2-B1E0687596B2}"/>
          </ac:spMkLst>
        </pc:spChg>
        <pc:spChg chg="add mod">
          <ac:chgData name="Tobias Schwippel" userId="60502f33327bc102" providerId="LiveId" clId="{81C1D008-2529-498C-BFF7-7E8D43CD6733}" dt="2024-11-20T20:20:55.167" v="4976" actId="1582"/>
          <ac:spMkLst>
            <pc:docMk/>
            <pc:sldMk cId="3046102086" sldId="279"/>
            <ac:spMk id="7" creationId="{51408150-B3FF-24D3-E3B5-5E2359BD5B0A}"/>
          </ac:spMkLst>
        </pc:spChg>
        <pc:spChg chg="add del mod">
          <ac:chgData name="Tobias Schwippel" userId="60502f33327bc102" providerId="LiveId" clId="{81C1D008-2529-498C-BFF7-7E8D43CD6733}" dt="2024-11-20T11:11:36.658" v="3694" actId="164"/>
          <ac:spMkLst>
            <pc:docMk/>
            <pc:sldMk cId="3046102086" sldId="279"/>
            <ac:spMk id="14" creationId="{B99B13EE-C85F-9FE5-5404-46A7B1C9301F}"/>
          </ac:spMkLst>
        </pc:spChg>
        <pc:spChg chg="add mod">
          <ac:chgData name="Tobias Schwippel" userId="60502f33327bc102" providerId="LiveId" clId="{81C1D008-2529-498C-BFF7-7E8D43CD6733}" dt="2024-11-21T10:07:33.175" v="6595" actId="20577"/>
          <ac:spMkLst>
            <pc:docMk/>
            <pc:sldMk cId="3046102086" sldId="279"/>
            <ac:spMk id="15" creationId="{08841AEC-B4C0-75DD-700E-DE06B737ED52}"/>
          </ac:spMkLst>
        </pc:spChg>
        <pc:spChg chg="add mod">
          <ac:chgData name="Tobias Schwippel" userId="60502f33327bc102" providerId="LiveId" clId="{81C1D008-2529-498C-BFF7-7E8D43CD6733}" dt="2024-11-20T11:11:36.658" v="3694" actId="164"/>
          <ac:spMkLst>
            <pc:docMk/>
            <pc:sldMk cId="3046102086" sldId="279"/>
            <ac:spMk id="15" creationId="{A612EC9C-B0AA-1B38-B5AC-4B92C06C7EED}"/>
          </ac:spMkLst>
        </pc:spChg>
        <pc:spChg chg="add del mod">
          <ac:chgData name="Tobias Schwippel" userId="60502f33327bc102" providerId="LiveId" clId="{81C1D008-2529-498C-BFF7-7E8D43CD6733}" dt="2024-11-20T10:37:20.392" v="2606" actId="478"/>
          <ac:spMkLst>
            <pc:docMk/>
            <pc:sldMk cId="3046102086" sldId="279"/>
            <ac:spMk id="18" creationId="{470682ED-337F-44BC-7803-7DCF1E605002}"/>
          </ac:spMkLst>
        </pc:spChg>
        <pc:spChg chg="add del">
          <ac:chgData name="Tobias Schwippel" userId="60502f33327bc102" providerId="LiveId" clId="{81C1D008-2529-498C-BFF7-7E8D43CD6733}" dt="2024-11-20T10:37:32.094" v="2609" actId="478"/>
          <ac:spMkLst>
            <pc:docMk/>
            <pc:sldMk cId="3046102086" sldId="279"/>
            <ac:spMk id="19" creationId="{96E4ADAF-06C6-100D-632B-57AC53FB3ED6}"/>
          </ac:spMkLst>
        </pc:spChg>
        <pc:spChg chg="add del mod">
          <ac:chgData name="Tobias Schwippel" userId="60502f33327bc102" providerId="LiveId" clId="{81C1D008-2529-498C-BFF7-7E8D43CD6733}" dt="2024-11-20T10:38:17.862" v="2635" actId="478"/>
          <ac:spMkLst>
            <pc:docMk/>
            <pc:sldMk cId="3046102086" sldId="279"/>
            <ac:spMk id="20" creationId="{902081A5-88FF-1262-3EB7-A8CD12FFAB0D}"/>
          </ac:spMkLst>
        </pc:spChg>
        <pc:spChg chg="add mod">
          <ac:chgData name="Tobias Schwippel" userId="60502f33327bc102" providerId="LiveId" clId="{81C1D008-2529-498C-BFF7-7E8D43CD6733}" dt="2024-11-20T10:51:07.040" v="3038" actId="13822"/>
          <ac:spMkLst>
            <pc:docMk/>
            <pc:sldMk cId="3046102086" sldId="279"/>
            <ac:spMk id="23" creationId="{3B2F2C8A-3467-7ACA-073A-3A953A1D798F}"/>
          </ac:spMkLst>
        </pc:spChg>
        <pc:spChg chg="add mod">
          <ac:chgData name="Tobias Schwippel" userId="60502f33327bc102" providerId="LiveId" clId="{81C1D008-2529-498C-BFF7-7E8D43CD6733}" dt="2024-11-20T10:51:07.040" v="3038" actId="13822"/>
          <ac:spMkLst>
            <pc:docMk/>
            <pc:sldMk cId="3046102086" sldId="279"/>
            <ac:spMk id="24" creationId="{3A05F3F8-5C0F-BC70-4AD6-7CFFE8C6A42D}"/>
          </ac:spMkLst>
        </pc:spChg>
        <pc:spChg chg="mod">
          <ac:chgData name="Tobias Schwippel" userId="60502f33327bc102" providerId="LiveId" clId="{81C1D008-2529-498C-BFF7-7E8D43CD6733}" dt="2024-11-20T10:51:07.040" v="3038" actId="13822"/>
          <ac:spMkLst>
            <pc:docMk/>
            <pc:sldMk cId="3046102086" sldId="279"/>
            <ac:spMk id="26" creationId="{620BF94B-C41B-0C51-9943-4853C46CEC7C}"/>
          </ac:spMkLst>
        </pc:spChg>
        <pc:spChg chg="mod">
          <ac:chgData name="Tobias Schwippel" userId="60502f33327bc102" providerId="LiveId" clId="{81C1D008-2529-498C-BFF7-7E8D43CD6733}" dt="2024-11-20T10:51:07.040" v="3038" actId="13822"/>
          <ac:spMkLst>
            <pc:docMk/>
            <pc:sldMk cId="3046102086" sldId="279"/>
            <ac:spMk id="27" creationId="{D8915AA8-9AED-8319-A3AB-2BF6AFE1C0E2}"/>
          </ac:spMkLst>
        </pc:spChg>
        <pc:spChg chg="mod">
          <ac:chgData name="Tobias Schwippel" userId="60502f33327bc102" providerId="LiveId" clId="{81C1D008-2529-498C-BFF7-7E8D43CD6733}" dt="2024-11-20T10:51:07.040" v="3038" actId="13822"/>
          <ac:spMkLst>
            <pc:docMk/>
            <pc:sldMk cId="3046102086" sldId="279"/>
            <ac:spMk id="29" creationId="{2221047D-63B4-089C-7EDA-5E4382808D6C}"/>
          </ac:spMkLst>
        </pc:spChg>
        <pc:spChg chg="mod">
          <ac:chgData name="Tobias Schwippel" userId="60502f33327bc102" providerId="LiveId" clId="{81C1D008-2529-498C-BFF7-7E8D43CD6733}" dt="2024-11-20T10:51:07.040" v="3038" actId="13822"/>
          <ac:spMkLst>
            <pc:docMk/>
            <pc:sldMk cId="3046102086" sldId="279"/>
            <ac:spMk id="30" creationId="{8C2EFD75-9CFE-2DC3-7713-278AB4556752}"/>
          </ac:spMkLst>
        </pc:spChg>
        <pc:spChg chg="mod">
          <ac:chgData name="Tobias Schwippel" userId="60502f33327bc102" providerId="LiveId" clId="{81C1D008-2529-498C-BFF7-7E8D43CD6733}" dt="2024-11-20T10:51:07.040" v="3038" actId="13822"/>
          <ac:spMkLst>
            <pc:docMk/>
            <pc:sldMk cId="3046102086" sldId="279"/>
            <ac:spMk id="32" creationId="{68F2DD8D-9BC1-F372-FAEE-4F480C8F1020}"/>
          </ac:spMkLst>
        </pc:spChg>
        <pc:spChg chg="mod">
          <ac:chgData name="Tobias Schwippel" userId="60502f33327bc102" providerId="LiveId" clId="{81C1D008-2529-498C-BFF7-7E8D43CD6733}" dt="2024-11-20T10:51:07.040" v="3038" actId="13822"/>
          <ac:spMkLst>
            <pc:docMk/>
            <pc:sldMk cId="3046102086" sldId="279"/>
            <ac:spMk id="33" creationId="{FA1C0B0B-99ED-54B6-2073-6792196A30B8}"/>
          </ac:spMkLst>
        </pc:spChg>
        <pc:spChg chg="mod">
          <ac:chgData name="Tobias Schwippel" userId="60502f33327bc102" providerId="LiveId" clId="{81C1D008-2529-498C-BFF7-7E8D43CD6733}" dt="2024-11-20T10:51:07.040" v="3038" actId="13822"/>
          <ac:spMkLst>
            <pc:docMk/>
            <pc:sldMk cId="3046102086" sldId="279"/>
            <ac:spMk id="35" creationId="{69429847-BD37-A41E-47B0-8834575C0490}"/>
          </ac:spMkLst>
        </pc:spChg>
        <pc:spChg chg="mod">
          <ac:chgData name="Tobias Schwippel" userId="60502f33327bc102" providerId="LiveId" clId="{81C1D008-2529-498C-BFF7-7E8D43CD6733}" dt="2024-11-20T10:51:07.040" v="3038" actId="13822"/>
          <ac:spMkLst>
            <pc:docMk/>
            <pc:sldMk cId="3046102086" sldId="279"/>
            <ac:spMk id="36" creationId="{C33E66A6-B4E4-B293-0377-3A9FC5E39EAF}"/>
          </ac:spMkLst>
        </pc:spChg>
        <pc:spChg chg="mod">
          <ac:chgData name="Tobias Schwippel" userId="60502f33327bc102" providerId="LiveId" clId="{81C1D008-2529-498C-BFF7-7E8D43CD6733}" dt="2024-11-20T10:51:07.040" v="3038" actId="13822"/>
          <ac:spMkLst>
            <pc:docMk/>
            <pc:sldMk cId="3046102086" sldId="279"/>
            <ac:spMk id="38" creationId="{8FE7F30C-C155-A20B-6179-7661B9B01031}"/>
          </ac:spMkLst>
        </pc:spChg>
        <pc:spChg chg="mod">
          <ac:chgData name="Tobias Schwippel" userId="60502f33327bc102" providerId="LiveId" clId="{81C1D008-2529-498C-BFF7-7E8D43CD6733}" dt="2024-11-20T10:51:07.040" v="3038" actId="13822"/>
          <ac:spMkLst>
            <pc:docMk/>
            <pc:sldMk cId="3046102086" sldId="279"/>
            <ac:spMk id="39" creationId="{AA527001-A459-3F87-9187-9AD98CB006C6}"/>
          </ac:spMkLst>
        </pc:spChg>
        <pc:spChg chg="add del mod">
          <ac:chgData name="Tobias Schwippel" userId="60502f33327bc102" providerId="LiveId" clId="{81C1D008-2529-498C-BFF7-7E8D43CD6733}" dt="2024-11-20T10:58:10.510" v="3124" actId="478"/>
          <ac:spMkLst>
            <pc:docMk/>
            <pc:sldMk cId="3046102086" sldId="279"/>
            <ac:spMk id="48" creationId="{F606350B-F354-4B34-D498-1F547F4381B3}"/>
          </ac:spMkLst>
        </pc:spChg>
        <pc:spChg chg="add mod">
          <ac:chgData name="Tobias Schwippel" userId="60502f33327bc102" providerId="LiveId" clId="{81C1D008-2529-498C-BFF7-7E8D43CD6733}" dt="2024-11-20T11:11:36.658" v="3694" actId="164"/>
          <ac:spMkLst>
            <pc:docMk/>
            <pc:sldMk cId="3046102086" sldId="279"/>
            <ac:spMk id="49" creationId="{706FF561-60E8-CCFE-5CD8-BDA461721CFB}"/>
          </ac:spMkLst>
        </pc:spChg>
        <pc:spChg chg="add mod">
          <ac:chgData name="Tobias Schwippel" userId="60502f33327bc102" providerId="LiveId" clId="{81C1D008-2529-498C-BFF7-7E8D43CD6733}" dt="2024-11-20T11:11:36.658" v="3694" actId="164"/>
          <ac:spMkLst>
            <pc:docMk/>
            <pc:sldMk cId="3046102086" sldId="279"/>
            <ac:spMk id="50" creationId="{1374DD86-751E-C7E5-86A1-E0D631298FA0}"/>
          </ac:spMkLst>
        </pc:spChg>
        <pc:spChg chg="add mod">
          <ac:chgData name="Tobias Schwippel" userId="60502f33327bc102" providerId="LiveId" clId="{81C1D008-2529-498C-BFF7-7E8D43CD6733}" dt="2024-11-20T11:11:36.658" v="3694" actId="164"/>
          <ac:spMkLst>
            <pc:docMk/>
            <pc:sldMk cId="3046102086" sldId="279"/>
            <ac:spMk id="51" creationId="{ECBD8FE3-AB2F-850C-AD39-7F060E834FC0}"/>
          </ac:spMkLst>
        </pc:spChg>
        <pc:spChg chg="add mod">
          <ac:chgData name="Tobias Schwippel" userId="60502f33327bc102" providerId="LiveId" clId="{81C1D008-2529-498C-BFF7-7E8D43CD6733}" dt="2024-11-20T11:12:35.078" v="3707"/>
          <ac:spMkLst>
            <pc:docMk/>
            <pc:sldMk cId="3046102086" sldId="279"/>
            <ac:spMk id="54" creationId="{3836E271-5F95-0FFA-4EEA-F9AE3D98A639}"/>
          </ac:spMkLst>
        </pc:spChg>
        <pc:spChg chg="add mod">
          <ac:chgData name="Tobias Schwippel" userId="60502f33327bc102" providerId="LiveId" clId="{81C1D008-2529-498C-BFF7-7E8D43CD6733}" dt="2024-11-20T11:12:35.078" v="3707"/>
          <ac:spMkLst>
            <pc:docMk/>
            <pc:sldMk cId="3046102086" sldId="279"/>
            <ac:spMk id="55" creationId="{145D060E-2EE6-D2B7-E7A9-2403582A8C71}"/>
          </ac:spMkLst>
        </pc:spChg>
        <pc:spChg chg="add mod">
          <ac:chgData name="Tobias Schwippel" userId="60502f33327bc102" providerId="LiveId" clId="{81C1D008-2529-498C-BFF7-7E8D43CD6733}" dt="2024-11-20T11:12:41.096" v="3708"/>
          <ac:spMkLst>
            <pc:docMk/>
            <pc:sldMk cId="3046102086" sldId="279"/>
            <ac:spMk id="59" creationId="{89341301-E5C9-9C3C-67EC-EE8C6A78D15F}"/>
          </ac:spMkLst>
        </pc:spChg>
        <pc:spChg chg="add mod">
          <ac:chgData name="Tobias Schwippel" userId="60502f33327bc102" providerId="LiveId" clId="{81C1D008-2529-498C-BFF7-7E8D43CD6733}" dt="2024-11-20T11:12:41.096" v="3708"/>
          <ac:spMkLst>
            <pc:docMk/>
            <pc:sldMk cId="3046102086" sldId="279"/>
            <ac:spMk id="60" creationId="{0CB51C10-AAE8-2401-B2D4-C9BE03A5899B}"/>
          </ac:spMkLst>
        </pc:spChg>
        <pc:spChg chg="add mod">
          <ac:chgData name="Tobias Schwippel" userId="60502f33327bc102" providerId="LiveId" clId="{81C1D008-2529-498C-BFF7-7E8D43CD6733}" dt="2024-11-20T11:12:41.096" v="3708"/>
          <ac:spMkLst>
            <pc:docMk/>
            <pc:sldMk cId="3046102086" sldId="279"/>
            <ac:spMk id="61" creationId="{89952BB8-04B6-1401-7F7D-F62649453675}"/>
          </ac:spMkLst>
        </pc:spChg>
        <pc:spChg chg="add mod">
          <ac:chgData name="Tobias Schwippel" userId="60502f33327bc102" providerId="LiveId" clId="{81C1D008-2529-498C-BFF7-7E8D43CD6733}" dt="2024-11-20T11:12:41.096" v="3708"/>
          <ac:spMkLst>
            <pc:docMk/>
            <pc:sldMk cId="3046102086" sldId="279"/>
            <ac:spMk id="62" creationId="{8535E741-2AF8-AED3-4A0A-0599A2132F60}"/>
          </ac:spMkLst>
        </pc:spChg>
        <pc:spChg chg="add mod">
          <ac:chgData name="Tobias Schwippel" userId="60502f33327bc102" providerId="LiveId" clId="{81C1D008-2529-498C-BFF7-7E8D43CD6733}" dt="2024-11-20T11:12:41.096" v="3708"/>
          <ac:spMkLst>
            <pc:docMk/>
            <pc:sldMk cId="3046102086" sldId="279"/>
            <ac:spMk id="63" creationId="{3DA7DDED-EB4C-C1FB-161E-020025245C76}"/>
          </ac:spMkLst>
        </pc:spChg>
        <pc:spChg chg="add mod">
          <ac:chgData name="Tobias Schwippel" userId="60502f33327bc102" providerId="LiveId" clId="{81C1D008-2529-498C-BFF7-7E8D43CD6733}" dt="2024-11-20T11:12:41.096" v="3708"/>
          <ac:spMkLst>
            <pc:docMk/>
            <pc:sldMk cId="3046102086" sldId="279"/>
            <ac:spMk id="4096" creationId="{467E3F2C-F509-37A3-CFAC-6B8ADDA2CA13}"/>
          </ac:spMkLst>
        </pc:spChg>
        <pc:spChg chg="add del mod">
          <ac:chgData name="Tobias Schwippel" userId="60502f33327bc102" providerId="LiveId" clId="{81C1D008-2529-498C-BFF7-7E8D43CD6733}" dt="2024-11-20T11:15:56.518" v="3795" actId="478"/>
          <ac:spMkLst>
            <pc:docMk/>
            <pc:sldMk cId="3046102086" sldId="279"/>
            <ac:spMk id="4105" creationId="{1DE48017-6464-56F2-B396-0F7E3F791E3D}"/>
          </ac:spMkLst>
        </pc:spChg>
        <pc:spChg chg="add">
          <ac:chgData name="Tobias Schwippel" userId="60502f33327bc102" providerId="LiveId" clId="{81C1D008-2529-498C-BFF7-7E8D43CD6733}" dt="2024-11-20T11:46:56.583" v="4446"/>
          <ac:spMkLst>
            <pc:docMk/>
            <pc:sldMk cId="3046102086" sldId="279"/>
            <ac:spMk id="4108" creationId="{A1D66534-7833-42D0-A6E1-CB76E5D6068E}"/>
          </ac:spMkLst>
        </pc:spChg>
        <pc:spChg chg="add mod">
          <ac:chgData name="Tobias Schwippel" userId="60502f33327bc102" providerId="LiveId" clId="{81C1D008-2529-498C-BFF7-7E8D43CD6733}" dt="2024-11-20T20:44:30.676" v="5301" actId="1076"/>
          <ac:spMkLst>
            <pc:docMk/>
            <pc:sldMk cId="3046102086" sldId="279"/>
            <ac:spMk id="4111" creationId="{EFEA851F-CDEA-C380-62F6-4CCFD474280B}"/>
          </ac:spMkLst>
        </pc:spChg>
        <pc:spChg chg="add mod">
          <ac:chgData name="Tobias Schwippel" userId="60502f33327bc102" providerId="LiveId" clId="{81C1D008-2529-498C-BFF7-7E8D43CD6733}" dt="2024-11-20T20:44:30.676" v="5301" actId="1076"/>
          <ac:spMkLst>
            <pc:docMk/>
            <pc:sldMk cId="3046102086" sldId="279"/>
            <ac:spMk id="4114" creationId="{BCA2ADA5-707D-001C-CDF3-C7C260A2ED51}"/>
          </ac:spMkLst>
        </pc:spChg>
        <pc:spChg chg="add mod">
          <ac:chgData name="Tobias Schwippel" userId="60502f33327bc102" providerId="LiveId" clId="{81C1D008-2529-498C-BFF7-7E8D43CD6733}" dt="2024-11-21T10:15:46.646" v="6626" actId="115"/>
          <ac:spMkLst>
            <pc:docMk/>
            <pc:sldMk cId="3046102086" sldId="279"/>
            <ac:spMk id="4118" creationId="{B73B184A-DD8C-93A5-346B-125A648268F7}"/>
          </ac:spMkLst>
        </pc:spChg>
        <pc:spChg chg="add mod">
          <ac:chgData name="Tobias Schwippel" userId="60502f33327bc102" providerId="LiveId" clId="{81C1D008-2529-498C-BFF7-7E8D43CD6733}" dt="2024-11-21T10:15:56.288" v="6628" actId="115"/>
          <ac:spMkLst>
            <pc:docMk/>
            <pc:sldMk cId="3046102086" sldId="279"/>
            <ac:spMk id="4119" creationId="{8F57855D-9074-775D-D248-1C514E74517E}"/>
          </ac:spMkLst>
        </pc:spChg>
        <pc:grpChg chg="add mod">
          <ac:chgData name="Tobias Schwippel" userId="60502f33327bc102" providerId="LiveId" clId="{81C1D008-2529-498C-BFF7-7E8D43CD6733}" dt="2024-11-20T20:43:46.275" v="5298"/>
          <ac:grpSpMkLst>
            <pc:docMk/>
            <pc:sldMk cId="3046102086" sldId="279"/>
            <ac:grpSpMk id="6" creationId="{AE59CDA7-01BC-6E86-E705-DD52B9D7EFE1}"/>
          </ac:grpSpMkLst>
        </pc:grpChg>
        <pc:grpChg chg="add del mod">
          <ac:chgData name="Tobias Schwippel" userId="60502f33327bc102" providerId="LiveId" clId="{81C1D008-2529-498C-BFF7-7E8D43CD6733}" dt="2024-11-20T11:04:02.717" v="3601" actId="478"/>
          <ac:grpSpMkLst>
            <pc:docMk/>
            <pc:sldMk cId="3046102086" sldId="279"/>
            <ac:grpSpMk id="22" creationId="{42FC7087-C9EC-0B6F-2869-B40F4FBC4E46}"/>
          </ac:grpSpMkLst>
        </pc:grpChg>
        <pc:grpChg chg="add del mod">
          <ac:chgData name="Tobias Schwippel" userId="60502f33327bc102" providerId="LiveId" clId="{81C1D008-2529-498C-BFF7-7E8D43CD6733}" dt="2024-11-20T11:04:02.717" v="3601" actId="478"/>
          <ac:grpSpMkLst>
            <pc:docMk/>
            <pc:sldMk cId="3046102086" sldId="279"/>
            <ac:grpSpMk id="25" creationId="{B5738C64-2093-6557-43EA-86F66A66A383}"/>
          </ac:grpSpMkLst>
        </pc:grpChg>
        <pc:grpChg chg="add del mod">
          <ac:chgData name="Tobias Schwippel" userId="60502f33327bc102" providerId="LiveId" clId="{81C1D008-2529-498C-BFF7-7E8D43CD6733}" dt="2024-11-20T11:04:02.717" v="3601" actId="478"/>
          <ac:grpSpMkLst>
            <pc:docMk/>
            <pc:sldMk cId="3046102086" sldId="279"/>
            <ac:grpSpMk id="28" creationId="{3621F84F-42F1-E040-2ED9-4777DC9EF1D7}"/>
          </ac:grpSpMkLst>
        </pc:grpChg>
        <pc:grpChg chg="add del mod">
          <ac:chgData name="Tobias Schwippel" userId="60502f33327bc102" providerId="LiveId" clId="{81C1D008-2529-498C-BFF7-7E8D43CD6733}" dt="2024-11-20T11:04:02.717" v="3601" actId="478"/>
          <ac:grpSpMkLst>
            <pc:docMk/>
            <pc:sldMk cId="3046102086" sldId="279"/>
            <ac:grpSpMk id="31" creationId="{B46EDCC0-39D0-47D9-8990-D3EFC295AC66}"/>
          </ac:grpSpMkLst>
        </pc:grpChg>
        <pc:grpChg chg="add del mod">
          <ac:chgData name="Tobias Schwippel" userId="60502f33327bc102" providerId="LiveId" clId="{81C1D008-2529-498C-BFF7-7E8D43CD6733}" dt="2024-11-20T11:04:08.153" v="3602" actId="478"/>
          <ac:grpSpMkLst>
            <pc:docMk/>
            <pc:sldMk cId="3046102086" sldId="279"/>
            <ac:grpSpMk id="34" creationId="{D17E74E4-AEA7-853B-05CA-C287A07DAAEE}"/>
          </ac:grpSpMkLst>
        </pc:grpChg>
        <pc:grpChg chg="add del mod">
          <ac:chgData name="Tobias Schwippel" userId="60502f33327bc102" providerId="LiveId" clId="{81C1D008-2529-498C-BFF7-7E8D43CD6733}" dt="2024-11-20T11:04:02.717" v="3601" actId="478"/>
          <ac:grpSpMkLst>
            <pc:docMk/>
            <pc:sldMk cId="3046102086" sldId="279"/>
            <ac:grpSpMk id="37" creationId="{93EB8B32-78B6-1831-83D7-1A62377311C6}"/>
          </ac:grpSpMkLst>
        </pc:grpChg>
        <pc:grpChg chg="add del mod">
          <ac:chgData name="Tobias Schwippel" userId="60502f33327bc102" providerId="LiveId" clId="{81C1D008-2529-498C-BFF7-7E8D43CD6733}" dt="2024-11-20T11:11:39.278" v="3695" actId="21"/>
          <ac:grpSpMkLst>
            <pc:docMk/>
            <pc:sldMk cId="3046102086" sldId="279"/>
            <ac:grpSpMk id="52" creationId="{85035050-C027-E33E-69B9-6AF9B6B7E42F}"/>
          </ac:grpSpMkLst>
        </pc:grpChg>
        <pc:grpChg chg="add mod">
          <ac:chgData name="Tobias Schwippel" userId="60502f33327bc102" providerId="LiveId" clId="{81C1D008-2529-498C-BFF7-7E8D43CD6733}" dt="2024-11-20T11:12:35.078" v="3707"/>
          <ac:grpSpMkLst>
            <pc:docMk/>
            <pc:sldMk cId="3046102086" sldId="279"/>
            <ac:grpSpMk id="53" creationId="{DF6E1313-2459-5E29-E853-660A80CDAB82}"/>
          </ac:grpSpMkLst>
        </pc:grpChg>
        <pc:grpChg chg="add del mod">
          <ac:chgData name="Tobias Schwippel" userId="60502f33327bc102" providerId="LiveId" clId="{81C1D008-2529-498C-BFF7-7E8D43CD6733}" dt="2024-11-20T11:12:51.378" v="3709" actId="478"/>
          <ac:grpSpMkLst>
            <pc:docMk/>
            <pc:sldMk cId="3046102086" sldId="279"/>
            <ac:grpSpMk id="56" creationId="{13AD6F4A-9D39-E644-F7F5-BE3B97D5B1BE}"/>
          </ac:grpSpMkLst>
        </pc:grpChg>
        <pc:grpChg chg="add del mod">
          <ac:chgData name="Tobias Schwippel" userId="60502f33327bc102" providerId="LiveId" clId="{81C1D008-2529-498C-BFF7-7E8D43CD6733}" dt="2024-11-20T11:12:51.378" v="3709" actId="478"/>
          <ac:grpSpMkLst>
            <pc:docMk/>
            <pc:sldMk cId="3046102086" sldId="279"/>
            <ac:grpSpMk id="57" creationId="{F614D9D8-60DE-D099-F79B-934EB416D2E3}"/>
          </ac:grpSpMkLst>
        </pc:grpChg>
        <pc:grpChg chg="add del mod">
          <ac:chgData name="Tobias Schwippel" userId="60502f33327bc102" providerId="LiveId" clId="{81C1D008-2529-498C-BFF7-7E8D43CD6733}" dt="2024-11-20T11:12:51.378" v="3709" actId="478"/>
          <ac:grpSpMkLst>
            <pc:docMk/>
            <pc:sldMk cId="3046102086" sldId="279"/>
            <ac:grpSpMk id="58" creationId="{95EDCA90-F071-1969-0574-1C1373ADD872}"/>
          </ac:grpSpMkLst>
        </pc:grpChg>
        <pc:grpChg chg="add del mod">
          <ac:chgData name="Tobias Schwippel" userId="60502f33327bc102" providerId="LiveId" clId="{81C1D008-2529-498C-BFF7-7E8D43CD6733}" dt="2024-11-20T20:44:09.421" v="5300" actId="478"/>
          <ac:grpSpMkLst>
            <pc:docMk/>
            <pc:sldMk cId="3046102086" sldId="279"/>
            <ac:grpSpMk id="4104" creationId="{B9028045-7000-9F55-0421-57E800F49EBC}"/>
          </ac:grpSpMkLst>
        </pc:grpChg>
        <pc:graphicFrameChg chg="mod">
          <ac:chgData name="Tobias Schwippel" userId="60502f33327bc102" providerId="LiveId" clId="{81C1D008-2529-498C-BFF7-7E8D43CD6733}" dt="2024-11-20T20:43:56.045" v="5299" actId="2084"/>
          <ac:graphicFrameMkLst>
            <pc:docMk/>
            <pc:sldMk cId="3046102086" sldId="279"/>
            <ac:graphicFrameMk id="9" creationId="{80BE8CBD-4CCB-C1BC-D206-6D341EFBDA1D}"/>
          </ac:graphicFrameMkLst>
        </pc:graphicFrameChg>
        <pc:graphicFrameChg chg="add mod modGraphic">
          <ac:chgData name="Tobias Schwippel" userId="60502f33327bc102" providerId="LiveId" clId="{81C1D008-2529-498C-BFF7-7E8D43CD6733}" dt="2024-11-20T11:11:36.658" v="3694" actId="164"/>
          <ac:graphicFrameMkLst>
            <pc:docMk/>
            <pc:sldMk cId="3046102086" sldId="279"/>
            <ac:graphicFrameMk id="9" creationId="{ABB87B66-7A85-2C2B-6E5F-8F1BC7819DBC}"/>
          </ac:graphicFrameMkLst>
        </pc:graphicFrameChg>
        <pc:graphicFrameChg chg="add del mod modGraphic">
          <ac:chgData name="Tobias Schwippel" userId="60502f33327bc102" providerId="LiveId" clId="{81C1D008-2529-498C-BFF7-7E8D43CD6733}" dt="2024-11-20T10:46:06.184" v="2740" actId="478"/>
          <ac:graphicFrameMkLst>
            <pc:docMk/>
            <pc:sldMk cId="3046102086" sldId="279"/>
            <ac:graphicFrameMk id="21" creationId="{58EFDE5F-C4CA-F25E-C202-4CD53D4B0463}"/>
          </ac:graphicFrameMkLst>
        </pc:graphicFrameChg>
        <pc:graphicFrameChg chg="add mod modGraphic">
          <ac:chgData name="Tobias Schwippel" userId="60502f33327bc102" providerId="LiveId" clId="{81C1D008-2529-498C-BFF7-7E8D43CD6733}" dt="2024-11-20T20:07:47.177" v="4852" actId="1076"/>
          <ac:graphicFrameMkLst>
            <pc:docMk/>
            <pc:sldMk cId="3046102086" sldId="279"/>
            <ac:graphicFrameMk id="4097" creationId="{DB7B86E4-9F3A-D05D-D89F-F1122AC8B319}"/>
          </ac:graphicFrameMkLst>
        </pc:graphicFrameChg>
        <pc:picChg chg="add mod">
          <ac:chgData name="Tobias Schwippel" userId="60502f33327bc102" providerId="LiveId" clId="{81C1D008-2529-498C-BFF7-7E8D43CD6733}" dt="2024-11-20T20:44:30.676" v="5301" actId="1076"/>
          <ac:picMkLst>
            <pc:docMk/>
            <pc:sldMk cId="3046102086" sldId="279"/>
            <ac:picMk id="8" creationId="{D651CB47-136F-AACF-2B8A-1198B017A5E2}"/>
          </ac:picMkLst>
        </pc:picChg>
        <pc:picChg chg="mod">
          <ac:chgData name="Tobias Schwippel" userId="60502f33327bc102" providerId="LiveId" clId="{81C1D008-2529-498C-BFF7-7E8D43CD6733}" dt="2024-11-20T20:43:46.275" v="5298"/>
          <ac:picMkLst>
            <pc:docMk/>
            <pc:sldMk cId="3046102086" sldId="279"/>
            <ac:picMk id="10" creationId="{8D1187DF-656D-9153-1BA2-860228A488F2}"/>
          </ac:picMkLst>
        </pc:picChg>
        <pc:picChg chg="mod">
          <ac:chgData name="Tobias Schwippel" userId="60502f33327bc102" providerId="LiveId" clId="{81C1D008-2529-498C-BFF7-7E8D43CD6733}" dt="2024-11-20T20:43:46.275" v="5298"/>
          <ac:picMkLst>
            <pc:docMk/>
            <pc:sldMk cId="3046102086" sldId="279"/>
            <ac:picMk id="11" creationId="{1E3F3184-5B7F-D509-D5A3-B5247BAB9266}"/>
          </ac:picMkLst>
        </pc:picChg>
        <pc:picChg chg="mod">
          <ac:chgData name="Tobias Schwippel" userId="60502f33327bc102" providerId="LiveId" clId="{81C1D008-2529-498C-BFF7-7E8D43CD6733}" dt="2024-11-20T20:43:46.275" v="5298"/>
          <ac:picMkLst>
            <pc:docMk/>
            <pc:sldMk cId="3046102086" sldId="279"/>
            <ac:picMk id="12" creationId="{42B9E19C-D04F-11E0-F3B9-F0068C50E532}"/>
          </ac:picMkLst>
        </pc:picChg>
        <pc:picChg chg="mod">
          <ac:chgData name="Tobias Schwippel" userId="60502f33327bc102" providerId="LiveId" clId="{81C1D008-2529-498C-BFF7-7E8D43CD6733}" dt="2024-11-20T20:43:46.275" v="5298"/>
          <ac:picMkLst>
            <pc:docMk/>
            <pc:sldMk cId="3046102086" sldId="279"/>
            <ac:picMk id="13" creationId="{73492A30-528A-5998-1D14-6CB5D8A36E8D}"/>
          </ac:picMkLst>
        </pc:picChg>
        <pc:picChg chg="mod">
          <ac:chgData name="Tobias Schwippel" userId="60502f33327bc102" providerId="LiveId" clId="{81C1D008-2529-498C-BFF7-7E8D43CD6733}" dt="2024-11-20T20:43:46.275" v="5298"/>
          <ac:picMkLst>
            <pc:docMk/>
            <pc:sldMk cId="3046102086" sldId="279"/>
            <ac:picMk id="14" creationId="{54FE5B9E-5100-FE82-A842-69DBDBFB44FA}"/>
          </ac:picMkLst>
        </pc:picChg>
        <pc:picChg chg="add mod">
          <ac:chgData name="Tobias Schwippel" userId="60502f33327bc102" providerId="LiveId" clId="{81C1D008-2529-498C-BFF7-7E8D43CD6733}" dt="2024-11-20T11:11:36.658" v="3694" actId="164"/>
          <ac:picMkLst>
            <pc:docMk/>
            <pc:sldMk cId="3046102086" sldId="279"/>
            <ac:picMk id="17" creationId="{C1E028B9-E704-FFEA-EFD2-F8739F073F82}"/>
          </ac:picMkLst>
        </pc:picChg>
        <pc:picChg chg="add mod">
          <ac:chgData name="Tobias Schwippel" userId="60502f33327bc102" providerId="LiveId" clId="{81C1D008-2529-498C-BFF7-7E8D43CD6733}" dt="2024-11-21T10:10:41.727" v="6619" actId="1076"/>
          <ac:picMkLst>
            <pc:docMk/>
            <pc:sldMk cId="3046102086" sldId="279"/>
            <ac:picMk id="17" creationId="{E707528F-FECE-D9BF-70CB-28B6DAAF4C78}"/>
          </ac:picMkLst>
        </pc:picChg>
        <pc:picChg chg="add mod">
          <ac:chgData name="Tobias Schwippel" userId="60502f33327bc102" providerId="LiveId" clId="{81C1D008-2529-498C-BFF7-7E8D43CD6733}" dt="2024-11-20T11:11:36.658" v="3694" actId="164"/>
          <ac:picMkLst>
            <pc:docMk/>
            <pc:sldMk cId="3046102086" sldId="279"/>
            <ac:picMk id="41" creationId="{08CBDE5A-7E87-A88F-0D72-37F78333ADB0}"/>
          </ac:picMkLst>
        </pc:picChg>
        <pc:picChg chg="add mod">
          <ac:chgData name="Tobias Schwippel" userId="60502f33327bc102" providerId="LiveId" clId="{81C1D008-2529-498C-BFF7-7E8D43CD6733}" dt="2024-11-20T11:11:36.658" v="3694" actId="164"/>
          <ac:picMkLst>
            <pc:docMk/>
            <pc:sldMk cId="3046102086" sldId="279"/>
            <ac:picMk id="43" creationId="{59DA0DD5-7488-444B-6695-582483DA5094}"/>
          </ac:picMkLst>
        </pc:picChg>
        <pc:picChg chg="add mod">
          <ac:chgData name="Tobias Schwippel" userId="60502f33327bc102" providerId="LiveId" clId="{81C1D008-2529-498C-BFF7-7E8D43CD6733}" dt="2024-11-20T11:11:36.658" v="3694" actId="164"/>
          <ac:picMkLst>
            <pc:docMk/>
            <pc:sldMk cId="3046102086" sldId="279"/>
            <ac:picMk id="45" creationId="{E0AC25DF-994E-98F5-01BC-1BE9D7B6D479}"/>
          </ac:picMkLst>
        </pc:picChg>
        <pc:picChg chg="add mod">
          <ac:chgData name="Tobias Schwippel" userId="60502f33327bc102" providerId="LiveId" clId="{81C1D008-2529-498C-BFF7-7E8D43CD6733}" dt="2024-11-20T11:11:36.658" v="3694" actId="164"/>
          <ac:picMkLst>
            <pc:docMk/>
            <pc:sldMk cId="3046102086" sldId="279"/>
            <ac:picMk id="47" creationId="{606FBD7F-EC14-BFB9-D7C1-9D45E8D7185B}"/>
          </ac:picMkLst>
        </pc:picChg>
        <pc:picChg chg="add mod">
          <ac:chgData name="Tobias Schwippel" userId="60502f33327bc102" providerId="LiveId" clId="{81C1D008-2529-498C-BFF7-7E8D43CD6733}" dt="2024-11-20T20:44:30.676" v="5301" actId="1076"/>
          <ac:picMkLst>
            <pc:docMk/>
            <pc:sldMk cId="3046102086" sldId="279"/>
            <ac:picMk id="2052" creationId="{6F289DA3-FA66-AE0A-6FEE-2330847295A4}"/>
          </ac:picMkLst>
        </pc:picChg>
        <pc:picChg chg="add mod">
          <ac:chgData name="Tobias Schwippel" userId="60502f33327bc102" providerId="LiveId" clId="{81C1D008-2529-498C-BFF7-7E8D43CD6733}" dt="2024-11-20T20:44:30.676" v="5301" actId="1076"/>
          <ac:picMkLst>
            <pc:docMk/>
            <pc:sldMk cId="3046102086" sldId="279"/>
            <ac:picMk id="2054" creationId="{3951FF8D-2F17-83DE-8841-D67261286BD4}"/>
          </ac:picMkLst>
        </pc:picChg>
        <pc:picChg chg="add mod">
          <ac:chgData name="Tobias Schwippel" userId="60502f33327bc102" providerId="LiveId" clId="{81C1D008-2529-498C-BFF7-7E8D43CD6733}" dt="2024-11-21T10:10:16.834" v="6612" actId="167"/>
          <ac:picMkLst>
            <pc:docMk/>
            <pc:sldMk cId="3046102086" sldId="279"/>
            <ac:picMk id="2056" creationId="{1C1E3549-66CC-23CD-F604-36BCB1E51939}"/>
          </ac:picMkLst>
        </pc:picChg>
        <pc:picChg chg="add mod">
          <ac:chgData name="Tobias Schwippel" userId="60502f33327bc102" providerId="LiveId" clId="{81C1D008-2529-498C-BFF7-7E8D43CD6733}" dt="2024-11-20T11:58:34.217" v="4576" actId="14100"/>
          <ac:picMkLst>
            <pc:docMk/>
            <pc:sldMk cId="3046102086" sldId="279"/>
            <ac:picMk id="2058" creationId="{541D9C8D-FE9D-A534-531D-C2D3E5B2E96B}"/>
          </ac:picMkLst>
        </pc:picChg>
        <pc:picChg chg="add mod">
          <ac:chgData name="Tobias Schwippel" userId="60502f33327bc102" providerId="LiveId" clId="{81C1D008-2529-498C-BFF7-7E8D43CD6733}" dt="2024-11-21T10:10:44.030" v="6620" actId="1076"/>
          <ac:picMkLst>
            <pc:docMk/>
            <pc:sldMk cId="3046102086" sldId="279"/>
            <ac:picMk id="2060" creationId="{C2FE0D40-23AF-C03F-46A6-F7281DAF26EB}"/>
          </ac:picMkLst>
        </pc:picChg>
        <pc:picChg chg="add del mod">
          <ac:chgData name="Tobias Schwippel" userId="60502f33327bc102" providerId="LiveId" clId="{81C1D008-2529-498C-BFF7-7E8D43CD6733}" dt="2024-11-20T10:22:21.914" v="2393" actId="21"/>
          <ac:picMkLst>
            <pc:docMk/>
            <pc:sldMk cId="3046102086" sldId="279"/>
            <ac:picMk id="4098" creationId="{F9554524-02E4-7A97-F5FE-BC110C95D450}"/>
          </ac:picMkLst>
        </pc:picChg>
        <pc:picChg chg="add mod">
          <ac:chgData name="Tobias Schwippel" userId="60502f33327bc102" providerId="LiveId" clId="{81C1D008-2529-498C-BFF7-7E8D43CD6733}" dt="2024-11-20T11:13:18.839" v="3713" actId="164"/>
          <ac:picMkLst>
            <pc:docMk/>
            <pc:sldMk cId="3046102086" sldId="279"/>
            <ac:picMk id="4099" creationId="{A599DD34-3C90-EAE8-4A71-5DAAE09C3B4C}"/>
          </ac:picMkLst>
        </pc:picChg>
        <pc:picChg chg="add mod">
          <ac:chgData name="Tobias Schwippel" userId="60502f33327bc102" providerId="LiveId" clId="{81C1D008-2529-498C-BFF7-7E8D43CD6733}" dt="2024-11-20T11:13:18.839" v="3713" actId="164"/>
          <ac:picMkLst>
            <pc:docMk/>
            <pc:sldMk cId="3046102086" sldId="279"/>
            <ac:picMk id="4100" creationId="{A40B4C8E-10B5-9529-6003-5AF882664CFC}"/>
          </ac:picMkLst>
        </pc:picChg>
        <pc:picChg chg="add mod">
          <ac:chgData name="Tobias Schwippel" userId="60502f33327bc102" providerId="LiveId" clId="{81C1D008-2529-498C-BFF7-7E8D43CD6733}" dt="2024-11-20T11:13:18.839" v="3713" actId="164"/>
          <ac:picMkLst>
            <pc:docMk/>
            <pc:sldMk cId="3046102086" sldId="279"/>
            <ac:picMk id="4101" creationId="{5C324108-6E3F-A26C-7994-BB582A7D5906}"/>
          </ac:picMkLst>
        </pc:picChg>
        <pc:picChg chg="add mod">
          <ac:chgData name="Tobias Schwippel" userId="60502f33327bc102" providerId="LiveId" clId="{81C1D008-2529-498C-BFF7-7E8D43CD6733}" dt="2024-11-20T11:13:18.839" v="3713" actId="164"/>
          <ac:picMkLst>
            <pc:docMk/>
            <pc:sldMk cId="3046102086" sldId="279"/>
            <ac:picMk id="4102" creationId="{AD3CE0DF-C382-3BCC-B52B-B7A19A30141D}"/>
          </ac:picMkLst>
        </pc:picChg>
        <pc:picChg chg="add mod">
          <ac:chgData name="Tobias Schwippel" userId="60502f33327bc102" providerId="LiveId" clId="{81C1D008-2529-498C-BFF7-7E8D43CD6733}" dt="2024-11-20T11:13:18.839" v="3713" actId="164"/>
          <ac:picMkLst>
            <pc:docMk/>
            <pc:sldMk cId="3046102086" sldId="279"/>
            <ac:picMk id="4103" creationId="{A347871F-C855-DBC0-CB0E-5E4BBD0E43A0}"/>
          </ac:picMkLst>
        </pc:picChg>
        <pc:picChg chg="add del mod">
          <ac:chgData name="Tobias Schwippel" userId="60502f33327bc102" providerId="LiveId" clId="{81C1D008-2529-498C-BFF7-7E8D43CD6733}" dt="2024-11-20T11:52:40.670" v="4469" actId="478"/>
          <ac:picMkLst>
            <pc:docMk/>
            <pc:sldMk cId="3046102086" sldId="279"/>
            <ac:picMk id="4109" creationId="{B8032BCD-4EB9-4E11-C68F-BCE227749FF3}"/>
          </ac:picMkLst>
        </pc:picChg>
        <pc:cxnChg chg="add mod">
          <ac:chgData name="Tobias Schwippel" userId="60502f33327bc102" providerId="LiveId" clId="{81C1D008-2529-498C-BFF7-7E8D43CD6733}" dt="2024-11-20T11:11:36.658" v="3694" actId="164"/>
          <ac:cxnSpMkLst>
            <pc:docMk/>
            <pc:sldMk cId="3046102086" sldId="279"/>
            <ac:cxnSpMk id="11" creationId="{28F236BB-4244-EEA2-E865-F4969DF94DDD}"/>
          </ac:cxnSpMkLst>
        </pc:cxnChg>
        <pc:cxnChg chg="add mod">
          <ac:chgData name="Tobias Schwippel" userId="60502f33327bc102" providerId="LiveId" clId="{81C1D008-2529-498C-BFF7-7E8D43CD6733}" dt="2024-11-20T11:11:36.658" v="3694" actId="164"/>
          <ac:cxnSpMkLst>
            <pc:docMk/>
            <pc:sldMk cId="3046102086" sldId="279"/>
            <ac:cxnSpMk id="13" creationId="{4CCDA80F-EF90-1EA5-7E07-333DDEEA5B99}"/>
          </ac:cxnSpMkLst>
        </pc:cxnChg>
        <pc:cxnChg chg="add del mod">
          <ac:chgData name="Tobias Schwippel" userId="60502f33327bc102" providerId="LiveId" clId="{81C1D008-2529-498C-BFF7-7E8D43CD6733}" dt="2024-11-20T11:18:31.318" v="3803" actId="478"/>
          <ac:cxnSpMkLst>
            <pc:docMk/>
            <pc:sldMk cId="3046102086" sldId="279"/>
            <ac:cxnSpMk id="4107" creationId="{AEC27F68-9BF4-DFA1-9FE6-3B3ED2DBFB16}"/>
          </ac:cxnSpMkLst>
        </pc:cxnChg>
        <pc:cxnChg chg="add mod">
          <ac:chgData name="Tobias Schwippel" userId="60502f33327bc102" providerId="LiveId" clId="{81C1D008-2529-498C-BFF7-7E8D43CD6733}" dt="2024-11-20T20:44:30.676" v="5301" actId="1076"/>
          <ac:cxnSpMkLst>
            <pc:docMk/>
            <pc:sldMk cId="3046102086" sldId="279"/>
            <ac:cxnSpMk id="4110" creationId="{20E63E16-AF59-A6A3-F04D-540242BD63D7}"/>
          </ac:cxnSpMkLst>
        </pc:cxnChg>
        <pc:cxnChg chg="add mod">
          <ac:chgData name="Tobias Schwippel" userId="60502f33327bc102" providerId="LiveId" clId="{81C1D008-2529-498C-BFF7-7E8D43CD6733}" dt="2024-11-20T20:44:30.676" v="5301" actId="1076"/>
          <ac:cxnSpMkLst>
            <pc:docMk/>
            <pc:sldMk cId="3046102086" sldId="279"/>
            <ac:cxnSpMk id="4113" creationId="{EFC90604-CF62-6DAD-5063-6912ABE32795}"/>
          </ac:cxnSpMkLst>
        </pc:cxnChg>
        <pc:cxnChg chg="add del mod">
          <ac:chgData name="Tobias Schwippel" userId="60502f33327bc102" providerId="LiveId" clId="{81C1D008-2529-498C-BFF7-7E8D43CD6733}" dt="2024-11-20T11:56:25.499" v="4560" actId="11529"/>
          <ac:cxnSpMkLst>
            <pc:docMk/>
            <pc:sldMk cId="3046102086" sldId="279"/>
            <ac:cxnSpMk id="4116" creationId="{082F0035-F808-0C89-36B1-CF112BFDA6D8}"/>
          </ac:cxnSpMkLst>
        </pc:cxnChg>
        <pc:cxnChg chg="add mod">
          <ac:chgData name="Tobias Schwippel" userId="60502f33327bc102" providerId="LiveId" clId="{81C1D008-2529-498C-BFF7-7E8D43CD6733}" dt="2024-11-20T11:56:24.265" v="4558" actId="1076"/>
          <ac:cxnSpMkLst>
            <pc:docMk/>
            <pc:sldMk cId="3046102086" sldId="279"/>
            <ac:cxnSpMk id="4117" creationId="{2DB4225E-B8D9-AB3E-0C84-71AF7B22A1D5}"/>
          </ac:cxnSpMkLst>
        </pc:cxnChg>
      </pc:sldChg>
      <pc:sldChg chg="addSp delSp modSp new mod modAnim">
        <pc:chgData name="Tobias Schwippel" userId="60502f33327bc102" providerId="LiveId" clId="{81C1D008-2529-498C-BFF7-7E8D43CD6733}" dt="2024-11-21T14:53:37.218" v="8317" actId="20577"/>
        <pc:sldMkLst>
          <pc:docMk/>
          <pc:sldMk cId="3736960162" sldId="280"/>
        </pc:sldMkLst>
        <pc:spChg chg="del">
          <ac:chgData name="Tobias Schwippel" userId="60502f33327bc102" providerId="LiveId" clId="{81C1D008-2529-498C-BFF7-7E8D43CD6733}" dt="2024-11-20T11:12:08.115" v="3702" actId="478"/>
          <ac:spMkLst>
            <pc:docMk/>
            <pc:sldMk cId="3736960162" sldId="280"/>
            <ac:spMk id="2" creationId="{A8B31293-8C31-3EA1-846F-AB95AE3C27F1}"/>
          </ac:spMkLst>
        </pc:spChg>
        <pc:spChg chg="add mod">
          <ac:chgData name="Tobias Schwippel" userId="60502f33327bc102" providerId="LiveId" clId="{81C1D008-2529-498C-BFF7-7E8D43CD6733}" dt="2024-11-20T20:27:36.934" v="5040" actId="14100"/>
          <ac:spMkLst>
            <pc:docMk/>
            <pc:sldMk cId="3736960162" sldId="280"/>
            <ac:spMk id="2" creationId="{E907CB35-7C80-4847-D910-5D940B0999E6}"/>
          </ac:spMkLst>
        </pc:spChg>
        <pc:spChg chg="del">
          <ac:chgData name="Tobias Schwippel" userId="60502f33327bc102" providerId="LiveId" clId="{81C1D008-2529-498C-BFF7-7E8D43CD6733}" dt="2024-11-20T11:12:06.899" v="3701" actId="478"/>
          <ac:spMkLst>
            <pc:docMk/>
            <pc:sldMk cId="3736960162" sldId="280"/>
            <ac:spMk id="3" creationId="{2B50C45D-F52A-5848-A7CC-B3FA3D9B8BCD}"/>
          </ac:spMkLst>
        </pc:spChg>
        <pc:spChg chg="add mod">
          <ac:chgData name="Tobias Schwippel" userId="60502f33327bc102" providerId="LiveId" clId="{81C1D008-2529-498C-BFF7-7E8D43CD6733}" dt="2024-11-20T20:27:31.246" v="5039" actId="14100"/>
          <ac:spMkLst>
            <pc:docMk/>
            <pc:sldMk cId="3736960162" sldId="280"/>
            <ac:spMk id="3" creationId="{555D98C0-A2DC-ECF4-BB0D-392B6EB6867B}"/>
          </ac:spMkLst>
        </pc:spChg>
        <pc:spChg chg="add mod">
          <ac:chgData name="Tobias Schwippel" userId="60502f33327bc102" providerId="LiveId" clId="{81C1D008-2529-498C-BFF7-7E8D43CD6733}" dt="2024-11-21T14:53:37.218" v="8317" actId="20577"/>
          <ac:spMkLst>
            <pc:docMk/>
            <pc:sldMk cId="3736960162" sldId="280"/>
            <ac:spMk id="4" creationId="{02927588-3958-CA93-F6DC-AA157CFFD34B}"/>
          </ac:spMkLst>
        </pc:spChg>
        <pc:spChg chg="mod topLvl">
          <ac:chgData name="Tobias Schwippel" userId="60502f33327bc102" providerId="LiveId" clId="{81C1D008-2529-498C-BFF7-7E8D43CD6733}" dt="2024-11-20T19:42:47.681" v="4799" actId="165"/>
          <ac:spMkLst>
            <pc:docMk/>
            <pc:sldMk cId="3736960162" sldId="280"/>
            <ac:spMk id="14" creationId="{B99B13EE-C85F-9FE5-5404-46A7B1C9301F}"/>
          </ac:spMkLst>
        </pc:spChg>
        <pc:spChg chg="mod topLvl">
          <ac:chgData name="Tobias Schwippel" userId="60502f33327bc102" providerId="LiveId" clId="{81C1D008-2529-498C-BFF7-7E8D43CD6733}" dt="2024-11-20T19:42:47.681" v="4799" actId="165"/>
          <ac:spMkLst>
            <pc:docMk/>
            <pc:sldMk cId="3736960162" sldId="280"/>
            <ac:spMk id="15" creationId="{A612EC9C-B0AA-1B38-B5AC-4B92C06C7EED}"/>
          </ac:spMkLst>
        </pc:spChg>
        <pc:spChg chg="mod topLvl">
          <ac:chgData name="Tobias Schwippel" userId="60502f33327bc102" providerId="LiveId" clId="{81C1D008-2529-498C-BFF7-7E8D43CD6733}" dt="2024-11-20T19:42:47.681" v="4799" actId="165"/>
          <ac:spMkLst>
            <pc:docMk/>
            <pc:sldMk cId="3736960162" sldId="280"/>
            <ac:spMk id="49" creationId="{706FF561-60E8-CCFE-5CD8-BDA461721CFB}"/>
          </ac:spMkLst>
        </pc:spChg>
        <pc:spChg chg="mod topLvl">
          <ac:chgData name="Tobias Schwippel" userId="60502f33327bc102" providerId="LiveId" clId="{81C1D008-2529-498C-BFF7-7E8D43CD6733}" dt="2024-11-20T19:42:47.681" v="4799" actId="165"/>
          <ac:spMkLst>
            <pc:docMk/>
            <pc:sldMk cId="3736960162" sldId="280"/>
            <ac:spMk id="50" creationId="{1374DD86-751E-C7E5-86A1-E0D631298FA0}"/>
          </ac:spMkLst>
        </pc:spChg>
        <pc:spChg chg="mod topLvl">
          <ac:chgData name="Tobias Schwippel" userId="60502f33327bc102" providerId="LiveId" clId="{81C1D008-2529-498C-BFF7-7E8D43CD6733}" dt="2024-11-20T19:42:47.681" v="4799" actId="165"/>
          <ac:spMkLst>
            <pc:docMk/>
            <pc:sldMk cId="3736960162" sldId="280"/>
            <ac:spMk id="51" creationId="{ECBD8FE3-AB2F-850C-AD39-7F060E834FC0}"/>
          </ac:spMkLst>
        </pc:spChg>
        <pc:grpChg chg="add del mod">
          <ac:chgData name="Tobias Schwippel" userId="60502f33327bc102" providerId="LiveId" clId="{81C1D008-2529-498C-BFF7-7E8D43CD6733}" dt="2024-11-20T19:42:47.681" v="4799" actId="165"/>
          <ac:grpSpMkLst>
            <pc:docMk/>
            <pc:sldMk cId="3736960162" sldId="280"/>
            <ac:grpSpMk id="52" creationId="{85035050-C027-E33E-69B9-6AF9B6B7E42F}"/>
          </ac:grpSpMkLst>
        </pc:grpChg>
        <pc:graphicFrameChg chg="mod topLvl">
          <ac:chgData name="Tobias Schwippel" userId="60502f33327bc102" providerId="LiveId" clId="{81C1D008-2529-498C-BFF7-7E8D43CD6733}" dt="2024-11-20T19:42:47.681" v="4799" actId="165"/>
          <ac:graphicFrameMkLst>
            <pc:docMk/>
            <pc:sldMk cId="3736960162" sldId="280"/>
            <ac:graphicFrameMk id="9" creationId="{ABB87B66-7A85-2C2B-6E5F-8F1BC7819DBC}"/>
          </ac:graphicFrameMkLst>
        </pc:graphicFrameChg>
        <pc:picChg chg="mod topLvl">
          <ac:chgData name="Tobias Schwippel" userId="60502f33327bc102" providerId="LiveId" clId="{81C1D008-2529-498C-BFF7-7E8D43CD6733}" dt="2024-11-20T19:42:47.681" v="4799" actId="165"/>
          <ac:picMkLst>
            <pc:docMk/>
            <pc:sldMk cId="3736960162" sldId="280"/>
            <ac:picMk id="17" creationId="{C1E028B9-E704-FFEA-EFD2-F8739F073F82}"/>
          </ac:picMkLst>
        </pc:picChg>
        <pc:picChg chg="mod topLvl">
          <ac:chgData name="Tobias Schwippel" userId="60502f33327bc102" providerId="LiveId" clId="{81C1D008-2529-498C-BFF7-7E8D43CD6733}" dt="2024-11-20T19:42:47.681" v="4799" actId="165"/>
          <ac:picMkLst>
            <pc:docMk/>
            <pc:sldMk cId="3736960162" sldId="280"/>
            <ac:picMk id="41" creationId="{08CBDE5A-7E87-A88F-0D72-37F78333ADB0}"/>
          </ac:picMkLst>
        </pc:picChg>
        <pc:picChg chg="mod topLvl">
          <ac:chgData name="Tobias Schwippel" userId="60502f33327bc102" providerId="LiveId" clId="{81C1D008-2529-498C-BFF7-7E8D43CD6733}" dt="2024-11-20T19:42:47.681" v="4799" actId="165"/>
          <ac:picMkLst>
            <pc:docMk/>
            <pc:sldMk cId="3736960162" sldId="280"/>
            <ac:picMk id="43" creationId="{59DA0DD5-7488-444B-6695-582483DA5094}"/>
          </ac:picMkLst>
        </pc:picChg>
        <pc:picChg chg="mod topLvl">
          <ac:chgData name="Tobias Schwippel" userId="60502f33327bc102" providerId="LiveId" clId="{81C1D008-2529-498C-BFF7-7E8D43CD6733}" dt="2024-11-20T19:42:47.681" v="4799" actId="165"/>
          <ac:picMkLst>
            <pc:docMk/>
            <pc:sldMk cId="3736960162" sldId="280"/>
            <ac:picMk id="45" creationId="{E0AC25DF-994E-98F5-01BC-1BE9D7B6D479}"/>
          </ac:picMkLst>
        </pc:picChg>
        <pc:picChg chg="mod topLvl">
          <ac:chgData name="Tobias Schwippel" userId="60502f33327bc102" providerId="LiveId" clId="{81C1D008-2529-498C-BFF7-7E8D43CD6733}" dt="2024-11-20T19:42:47.681" v="4799" actId="165"/>
          <ac:picMkLst>
            <pc:docMk/>
            <pc:sldMk cId="3736960162" sldId="280"/>
            <ac:picMk id="47" creationId="{606FBD7F-EC14-BFB9-D7C1-9D45E8D7185B}"/>
          </ac:picMkLst>
        </pc:picChg>
        <pc:cxnChg chg="mod topLvl">
          <ac:chgData name="Tobias Schwippel" userId="60502f33327bc102" providerId="LiveId" clId="{81C1D008-2529-498C-BFF7-7E8D43CD6733}" dt="2024-11-20T19:42:47.681" v="4799" actId="165"/>
          <ac:cxnSpMkLst>
            <pc:docMk/>
            <pc:sldMk cId="3736960162" sldId="280"/>
            <ac:cxnSpMk id="11" creationId="{28F236BB-4244-EEA2-E865-F4969DF94DDD}"/>
          </ac:cxnSpMkLst>
        </pc:cxnChg>
        <pc:cxnChg chg="mod topLvl">
          <ac:chgData name="Tobias Schwippel" userId="60502f33327bc102" providerId="LiveId" clId="{81C1D008-2529-498C-BFF7-7E8D43CD6733}" dt="2024-11-20T19:42:47.681" v="4799" actId="165"/>
          <ac:cxnSpMkLst>
            <pc:docMk/>
            <pc:sldMk cId="3736960162" sldId="280"/>
            <ac:cxnSpMk id="13" creationId="{4CCDA80F-EF90-1EA5-7E07-333DDEEA5B99}"/>
          </ac:cxnSpMkLst>
        </pc:cxnChg>
      </pc:sldChg>
      <pc:sldChg chg="addSp delSp modSp new mod">
        <pc:chgData name="Tobias Schwippel" userId="60502f33327bc102" providerId="LiveId" clId="{81C1D008-2529-498C-BFF7-7E8D43CD6733}" dt="2024-11-20T21:36:16.540" v="6140" actId="1076"/>
        <pc:sldMkLst>
          <pc:docMk/>
          <pc:sldMk cId="337507584" sldId="281"/>
        </pc:sldMkLst>
        <pc:spChg chg="mod">
          <ac:chgData name="Tobias Schwippel" userId="60502f33327bc102" providerId="LiveId" clId="{81C1D008-2529-498C-BFF7-7E8D43CD6733}" dt="2024-11-20T21:36:16.540" v="6140" actId="1076"/>
          <ac:spMkLst>
            <pc:docMk/>
            <pc:sldMk cId="337507584" sldId="281"/>
            <ac:spMk id="2" creationId="{A101F157-7D41-14C2-A929-A7817C5E5763}"/>
          </ac:spMkLst>
        </pc:spChg>
        <pc:spChg chg="del">
          <ac:chgData name="Tobias Schwippel" userId="60502f33327bc102" providerId="LiveId" clId="{81C1D008-2529-498C-BFF7-7E8D43CD6733}" dt="2024-11-20T21:35:57.365" v="6121" actId="478"/>
          <ac:spMkLst>
            <pc:docMk/>
            <pc:sldMk cId="337507584" sldId="281"/>
            <ac:spMk id="3" creationId="{C6DFBAED-31C6-908A-2979-802490C093A0}"/>
          </ac:spMkLst>
        </pc:spChg>
        <pc:picChg chg="add mod">
          <ac:chgData name="Tobias Schwippel" userId="60502f33327bc102" providerId="LiveId" clId="{81C1D008-2529-498C-BFF7-7E8D43CD6733}" dt="2024-11-20T21:35:48.666" v="6120"/>
          <ac:picMkLst>
            <pc:docMk/>
            <pc:sldMk cId="337507584" sldId="281"/>
            <ac:picMk id="4" creationId="{5B997B77-E2F8-817A-4386-F9C51F8D97DA}"/>
          </ac:picMkLst>
        </pc:picChg>
        <pc:picChg chg="add mod">
          <ac:chgData name="Tobias Schwippel" userId="60502f33327bc102" providerId="LiveId" clId="{81C1D008-2529-498C-BFF7-7E8D43CD6733}" dt="2024-11-20T21:35:48.666" v="6120"/>
          <ac:picMkLst>
            <pc:docMk/>
            <pc:sldMk cId="337507584" sldId="281"/>
            <ac:picMk id="5" creationId="{777BFFB0-14AF-8966-9266-C648EC4F3BB8}"/>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23D5D77-A46F-4D36-A5C9-F4759FBD070B}" type="doc">
      <dgm:prSet loTypeId="urn:microsoft.com/office/officeart/2005/8/layout/pyramid1" loCatId="pyramid" qsTypeId="urn:microsoft.com/office/officeart/2005/8/quickstyle/simple1" qsCatId="simple" csTypeId="urn:microsoft.com/office/officeart/2005/8/colors/accent0_1" csCatId="mainScheme" phldr="1"/>
      <dgm:spPr/>
    </dgm:pt>
    <dgm:pt modelId="{19ADEC69-7DA3-4CFB-8C6E-1716A9D16071}">
      <dgm:prSet phldrT="[Text]" custT="1"/>
      <dgm:spPr>
        <a:solidFill>
          <a:schemeClr val="accent5">
            <a:lumMod val="20000"/>
            <a:lumOff val="80000"/>
          </a:schemeClr>
        </a:solidFill>
      </dgm:spPr>
      <dgm:t>
        <a:bodyPr anchor="b"/>
        <a:lstStyle/>
        <a:p>
          <a:endParaRPr lang="en-GB" sz="1800" dirty="0"/>
        </a:p>
        <a:p>
          <a:r>
            <a:rPr lang="en-GB" sz="1400" b="1" dirty="0"/>
            <a:t>Brain</a:t>
          </a:r>
          <a:endParaRPr lang="en-GB" sz="2800" b="1" dirty="0"/>
        </a:p>
      </dgm:t>
    </dgm:pt>
    <dgm:pt modelId="{249011E7-7979-4A89-BCEA-B429955819E5}" type="parTrans" cxnId="{BF83C1A1-544B-4705-A715-92E4B9220E36}">
      <dgm:prSet/>
      <dgm:spPr/>
      <dgm:t>
        <a:bodyPr/>
        <a:lstStyle/>
        <a:p>
          <a:endParaRPr lang="en-GB"/>
        </a:p>
      </dgm:t>
    </dgm:pt>
    <dgm:pt modelId="{156BF932-1B04-4666-AFF7-AE1809B6542E}" type="sibTrans" cxnId="{BF83C1A1-544B-4705-A715-92E4B9220E36}">
      <dgm:prSet/>
      <dgm:spPr/>
      <dgm:t>
        <a:bodyPr/>
        <a:lstStyle/>
        <a:p>
          <a:endParaRPr lang="en-GB"/>
        </a:p>
      </dgm:t>
    </dgm:pt>
    <dgm:pt modelId="{239DFAA1-E142-45AC-A53D-849D717C984B}">
      <dgm:prSet phldrT="[Text]" custT="1"/>
      <dgm:spPr>
        <a:solidFill>
          <a:schemeClr val="accent5">
            <a:lumMod val="40000"/>
            <a:lumOff val="60000"/>
          </a:schemeClr>
        </a:solidFill>
      </dgm:spPr>
      <dgm:t>
        <a:bodyPr anchor="b"/>
        <a:lstStyle/>
        <a:p>
          <a:r>
            <a:rPr lang="en-GB" sz="1200" b="1" dirty="0"/>
            <a:t>Cognition</a:t>
          </a:r>
        </a:p>
      </dgm:t>
    </dgm:pt>
    <dgm:pt modelId="{743A4741-09FB-496B-8AE8-062D4E7DDC0A}" type="parTrans" cxnId="{600E7E16-2228-4A4F-9A3A-172EEA0C21F3}">
      <dgm:prSet/>
      <dgm:spPr/>
      <dgm:t>
        <a:bodyPr/>
        <a:lstStyle/>
        <a:p>
          <a:endParaRPr lang="en-GB"/>
        </a:p>
      </dgm:t>
    </dgm:pt>
    <dgm:pt modelId="{4E4CED29-FB88-481A-ACB8-2A16427AA9F9}" type="sibTrans" cxnId="{600E7E16-2228-4A4F-9A3A-172EEA0C21F3}">
      <dgm:prSet/>
      <dgm:spPr/>
      <dgm:t>
        <a:bodyPr/>
        <a:lstStyle/>
        <a:p>
          <a:endParaRPr lang="en-GB"/>
        </a:p>
      </dgm:t>
    </dgm:pt>
    <dgm:pt modelId="{2DD4F57F-6326-43BF-9ACE-4D0B271679EA}">
      <dgm:prSet phldrT="[Text]" custT="1"/>
      <dgm:spPr>
        <a:solidFill>
          <a:schemeClr val="accent5">
            <a:lumMod val="60000"/>
            <a:lumOff val="40000"/>
          </a:schemeClr>
        </a:solidFill>
      </dgm:spPr>
      <dgm:t>
        <a:bodyPr anchor="b"/>
        <a:lstStyle/>
        <a:p>
          <a:r>
            <a:rPr lang="en-GB" sz="1200" b="1" dirty="0" err="1"/>
            <a:t>Behavior</a:t>
          </a:r>
          <a:endParaRPr lang="en-GB" sz="1600" b="1" dirty="0"/>
        </a:p>
      </dgm:t>
    </dgm:pt>
    <dgm:pt modelId="{EA9BF4CA-994C-4B36-AA16-C19C8E130382}" type="parTrans" cxnId="{75B2AC9F-FC7E-4AF5-8BA6-848087FAA43F}">
      <dgm:prSet/>
      <dgm:spPr/>
      <dgm:t>
        <a:bodyPr/>
        <a:lstStyle/>
        <a:p>
          <a:endParaRPr lang="en-GB"/>
        </a:p>
      </dgm:t>
    </dgm:pt>
    <dgm:pt modelId="{326FD8B4-374F-48D2-89F6-7C1637094E68}" type="sibTrans" cxnId="{75B2AC9F-FC7E-4AF5-8BA6-848087FAA43F}">
      <dgm:prSet/>
      <dgm:spPr/>
      <dgm:t>
        <a:bodyPr/>
        <a:lstStyle/>
        <a:p>
          <a:endParaRPr lang="en-GB"/>
        </a:p>
      </dgm:t>
    </dgm:pt>
    <dgm:pt modelId="{8007F296-3722-498F-914E-7459538960ED}" type="pres">
      <dgm:prSet presAssocID="{223D5D77-A46F-4D36-A5C9-F4759FBD070B}" presName="Name0" presStyleCnt="0">
        <dgm:presLayoutVars>
          <dgm:dir/>
          <dgm:animLvl val="lvl"/>
          <dgm:resizeHandles val="exact"/>
        </dgm:presLayoutVars>
      </dgm:prSet>
      <dgm:spPr/>
    </dgm:pt>
    <dgm:pt modelId="{083E9ADF-DB28-4328-BBB4-6018CB6E118D}" type="pres">
      <dgm:prSet presAssocID="{19ADEC69-7DA3-4CFB-8C6E-1716A9D16071}" presName="Name8" presStyleCnt="0"/>
      <dgm:spPr/>
    </dgm:pt>
    <dgm:pt modelId="{3F28B381-6240-44CD-9DAA-CC638CDD4A43}" type="pres">
      <dgm:prSet presAssocID="{19ADEC69-7DA3-4CFB-8C6E-1716A9D16071}" presName="level" presStyleLbl="node1" presStyleIdx="0" presStyleCnt="3" custLinFactNeighborX="-345">
        <dgm:presLayoutVars>
          <dgm:chMax val="1"/>
          <dgm:bulletEnabled val="1"/>
        </dgm:presLayoutVars>
      </dgm:prSet>
      <dgm:spPr/>
    </dgm:pt>
    <dgm:pt modelId="{1D3760C6-3750-4103-AF23-F66DC0014477}" type="pres">
      <dgm:prSet presAssocID="{19ADEC69-7DA3-4CFB-8C6E-1716A9D16071}" presName="levelTx" presStyleLbl="revTx" presStyleIdx="0" presStyleCnt="0">
        <dgm:presLayoutVars>
          <dgm:chMax val="1"/>
          <dgm:bulletEnabled val="1"/>
        </dgm:presLayoutVars>
      </dgm:prSet>
      <dgm:spPr/>
    </dgm:pt>
    <dgm:pt modelId="{A0FDF7B1-2A00-4442-8BCF-CC08F8A8F2B5}" type="pres">
      <dgm:prSet presAssocID="{239DFAA1-E142-45AC-A53D-849D717C984B}" presName="Name8" presStyleCnt="0"/>
      <dgm:spPr/>
    </dgm:pt>
    <dgm:pt modelId="{D96ABD04-683C-4FA2-B579-9921557BFDC9}" type="pres">
      <dgm:prSet presAssocID="{239DFAA1-E142-45AC-A53D-849D717C984B}" presName="level" presStyleLbl="node1" presStyleIdx="1" presStyleCnt="3">
        <dgm:presLayoutVars>
          <dgm:chMax val="1"/>
          <dgm:bulletEnabled val="1"/>
        </dgm:presLayoutVars>
      </dgm:prSet>
      <dgm:spPr/>
    </dgm:pt>
    <dgm:pt modelId="{1F37B96C-378F-469E-8882-7BEE6D886597}" type="pres">
      <dgm:prSet presAssocID="{239DFAA1-E142-45AC-A53D-849D717C984B}" presName="levelTx" presStyleLbl="revTx" presStyleIdx="0" presStyleCnt="0">
        <dgm:presLayoutVars>
          <dgm:chMax val="1"/>
          <dgm:bulletEnabled val="1"/>
        </dgm:presLayoutVars>
      </dgm:prSet>
      <dgm:spPr/>
    </dgm:pt>
    <dgm:pt modelId="{189A122E-6733-4CEA-BBBD-86C71F69B5C1}" type="pres">
      <dgm:prSet presAssocID="{2DD4F57F-6326-43BF-9ACE-4D0B271679EA}" presName="Name8" presStyleCnt="0"/>
      <dgm:spPr/>
    </dgm:pt>
    <dgm:pt modelId="{A63169E1-A285-471F-A963-9388C5620DDD}" type="pres">
      <dgm:prSet presAssocID="{2DD4F57F-6326-43BF-9ACE-4D0B271679EA}" presName="level" presStyleLbl="node1" presStyleIdx="2" presStyleCnt="3" custLinFactNeighborX="2340" custLinFactNeighborY="617">
        <dgm:presLayoutVars>
          <dgm:chMax val="1"/>
          <dgm:bulletEnabled val="1"/>
        </dgm:presLayoutVars>
      </dgm:prSet>
      <dgm:spPr/>
    </dgm:pt>
    <dgm:pt modelId="{3722F56F-3B61-4BAD-8E42-D89357D2EEB1}" type="pres">
      <dgm:prSet presAssocID="{2DD4F57F-6326-43BF-9ACE-4D0B271679EA}" presName="levelTx" presStyleLbl="revTx" presStyleIdx="0" presStyleCnt="0">
        <dgm:presLayoutVars>
          <dgm:chMax val="1"/>
          <dgm:bulletEnabled val="1"/>
        </dgm:presLayoutVars>
      </dgm:prSet>
      <dgm:spPr/>
    </dgm:pt>
  </dgm:ptLst>
  <dgm:cxnLst>
    <dgm:cxn modelId="{600E7E16-2228-4A4F-9A3A-172EEA0C21F3}" srcId="{223D5D77-A46F-4D36-A5C9-F4759FBD070B}" destId="{239DFAA1-E142-45AC-A53D-849D717C984B}" srcOrd="1" destOrd="0" parTransId="{743A4741-09FB-496B-8AE8-062D4E7DDC0A}" sibTransId="{4E4CED29-FB88-481A-ACB8-2A16427AA9F9}"/>
    <dgm:cxn modelId="{8F4B3921-ADE1-4684-9A70-822AD9AE6FBB}" type="presOf" srcId="{223D5D77-A46F-4D36-A5C9-F4759FBD070B}" destId="{8007F296-3722-498F-914E-7459538960ED}" srcOrd="0" destOrd="0" presId="urn:microsoft.com/office/officeart/2005/8/layout/pyramid1"/>
    <dgm:cxn modelId="{3E73E475-52DC-464D-92D0-FCE776A647CC}" type="presOf" srcId="{19ADEC69-7DA3-4CFB-8C6E-1716A9D16071}" destId="{1D3760C6-3750-4103-AF23-F66DC0014477}" srcOrd="1" destOrd="0" presId="urn:microsoft.com/office/officeart/2005/8/layout/pyramid1"/>
    <dgm:cxn modelId="{75B2AC9F-FC7E-4AF5-8BA6-848087FAA43F}" srcId="{223D5D77-A46F-4D36-A5C9-F4759FBD070B}" destId="{2DD4F57F-6326-43BF-9ACE-4D0B271679EA}" srcOrd="2" destOrd="0" parTransId="{EA9BF4CA-994C-4B36-AA16-C19C8E130382}" sibTransId="{326FD8B4-374F-48D2-89F6-7C1637094E68}"/>
    <dgm:cxn modelId="{BF83C1A1-544B-4705-A715-92E4B9220E36}" srcId="{223D5D77-A46F-4D36-A5C9-F4759FBD070B}" destId="{19ADEC69-7DA3-4CFB-8C6E-1716A9D16071}" srcOrd="0" destOrd="0" parTransId="{249011E7-7979-4A89-BCEA-B429955819E5}" sibTransId="{156BF932-1B04-4666-AFF7-AE1809B6542E}"/>
    <dgm:cxn modelId="{37D65BAD-67BA-46AD-B9AA-1672EB26360C}" type="presOf" srcId="{2DD4F57F-6326-43BF-9ACE-4D0B271679EA}" destId="{3722F56F-3B61-4BAD-8E42-D89357D2EEB1}" srcOrd="1" destOrd="0" presId="urn:microsoft.com/office/officeart/2005/8/layout/pyramid1"/>
    <dgm:cxn modelId="{5C2DB0AD-9C20-4119-9A0A-E433D13F7EFC}" type="presOf" srcId="{239DFAA1-E142-45AC-A53D-849D717C984B}" destId="{1F37B96C-378F-469E-8882-7BEE6D886597}" srcOrd="1" destOrd="0" presId="urn:microsoft.com/office/officeart/2005/8/layout/pyramid1"/>
    <dgm:cxn modelId="{E644CADB-DDE1-44B3-8A6B-CB1EE445FCEE}" type="presOf" srcId="{239DFAA1-E142-45AC-A53D-849D717C984B}" destId="{D96ABD04-683C-4FA2-B579-9921557BFDC9}" srcOrd="0" destOrd="0" presId="urn:microsoft.com/office/officeart/2005/8/layout/pyramid1"/>
    <dgm:cxn modelId="{CCA71CDD-35EE-4203-81EA-4937580B89F9}" type="presOf" srcId="{2DD4F57F-6326-43BF-9ACE-4D0B271679EA}" destId="{A63169E1-A285-471F-A963-9388C5620DDD}" srcOrd="0" destOrd="0" presId="urn:microsoft.com/office/officeart/2005/8/layout/pyramid1"/>
    <dgm:cxn modelId="{0FF13AEF-689F-4E7C-ABBF-7BEE9DAA1A0C}" type="presOf" srcId="{19ADEC69-7DA3-4CFB-8C6E-1716A9D16071}" destId="{3F28B381-6240-44CD-9DAA-CC638CDD4A43}" srcOrd="0" destOrd="0" presId="urn:microsoft.com/office/officeart/2005/8/layout/pyramid1"/>
    <dgm:cxn modelId="{D8CB2A72-3EAF-4724-912B-A30A97D3D306}" type="presParOf" srcId="{8007F296-3722-498F-914E-7459538960ED}" destId="{083E9ADF-DB28-4328-BBB4-6018CB6E118D}" srcOrd="0" destOrd="0" presId="urn:microsoft.com/office/officeart/2005/8/layout/pyramid1"/>
    <dgm:cxn modelId="{F566F3A0-7683-4107-9456-FB102624FE5C}" type="presParOf" srcId="{083E9ADF-DB28-4328-BBB4-6018CB6E118D}" destId="{3F28B381-6240-44CD-9DAA-CC638CDD4A43}" srcOrd="0" destOrd="0" presId="urn:microsoft.com/office/officeart/2005/8/layout/pyramid1"/>
    <dgm:cxn modelId="{C9FD66AB-09A7-4C61-BBF1-B4D208618B05}" type="presParOf" srcId="{083E9ADF-DB28-4328-BBB4-6018CB6E118D}" destId="{1D3760C6-3750-4103-AF23-F66DC0014477}" srcOrd="1" destOrd="0" presId="urn:microsoft.com/office/officeart/2005/8/layout/pyramid1"/>
    <dgm:cxn modelId="{C1174CB7-C6D3-4121-A695-F58E9CC7B0D5}" type="presParOf" srcId="{8007F296-3722-498F-914E-7459538960ED}" destId="{A0FDF7B1-2A00-4442-8BCF-CC08F8A8F2B5}" srcOrd="1" destOrd="0" presId="urn:microsoft.com/office/officeart/2005/8/layout/pyramid1"/>
    <dgm:cxn modelId="{37CAC870-F94C-476B-B4C9-992E1EA0E946}" type="presParOf" srcId="{A0FDF7B1-2A00-4442-8BCF-CC08F8A8F2B5}" destId="{D96ABD04-683C-4FA2-B579-9921557BFDC9}" srcOrd="0" destOrd="0" presId="urn:microsoft.com/office/officeart/2005/8/layout/pyramid1"/>
    <dgm:cxn modelId="{C7B5E47D-1EC2-421A-87D3-130A3020BEFB}" type="presParOf" srcId="{A0FDF7B1-2A00-4442-8BCF-CC08F8A8F2B5}" destId="{1F37B96C-378F-469E-8882-7BEE6D886597}" srcOrd="1" destOrd="0" presId="urn:microsoft.com/office/officeart/2005/8/layout/pyramid1"/>
    <dgm:cxn modelId="{A78AA1F3-0543-48D8-A143-98B0A161CA7C}" type="presParOf" srcId="{8007F296-3722-498F-914E-7459538960ED}" destId="{189A122E-6733-4CEA-BBBD-86C71F69B5C1}" srcOrd="2" destOrd="0" presId="urn:microsoft.com/office/officeart/2005/8/layout/pyramid1"/>
    <dgm:cxn modelId="{94483530-D579-452A-9F86-262AC3D37172}" type="presParOf" srcId="{189A122E-6733-4CEA-BBBD-86C71F69B5C1}" destId="{A63169E1-A285-471F-A963-9388C5620DDD}" srcOrd="0" destOrd="0" presId="urn:microsoft.com/office/officeart/2005/8/layout/pyramid1"/>
    <dgm:cxn modelId="{EF85A3B2-040C-4806-9C2B-2ACC820B160F}" type="presParOf" srcId="{189A122E-6733-4CEA-BBBD-86C71F69B5C1}" destId="{3722F56F-3B61-4BAD-8E42-D89357D2EEB1}"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23D5D77-A46F-4D36-A5C9-F4759FBD070B}" type="doc">
      <dgm:prSet loTypeId="urn:microsoft.com/office/officeart/2005/8/layout/pyramid1" loCatId="pyramid" qsTypeId="urn:microsoft.com/office/officeart/2005/8/quickstyle/3d3" qsCatId="3D" csTypeId="urn:microsoft.com/office/officeart/2005/8/colors/accent0_1" csCatId="mainScheme" phldr="1"/>
      <dgm:spPr/>
    </dgm:pt>
    <dgm:pt modelId="{19ADEC69-7DA3-4CFB-8C6E-1716A9D16071}">
      <dgm:prSet phldrT="[Text]" custT="1"/>
      <dgm:spPr>
        <a:noFill/>
      </dgm:spPr>
      <dgm:t>
        <a:bodyPr anchor="b"/>
        <a:lstStyle/>
        <a:p>
          <a:endParaRPr lang="en-GB" sz="1800" dirty="0"/>
        </a:p>
        <a:p>
          <a:r>
            <a:rPr lang="en-GB" sz="600" b="1" dirty="0"/>
            <a:t>Brain</a:t>
          </a:r>
        </a:p>
      </dgm:t>
    </dgm:pt>
    <dgm:pt modelId="{249011E7-7979-4A89-BCEA-B429955819E5}" type="parTrans" cxnId="{BF83C1A1-544B-4705-A715-92E4B9220E36}">
      <dgm:prSet/>
      <dgm:spPr/>
      <dgm:t>
        <a:bodyPr/>
        <a:lstStyle/>
        <a:p>
          <a:endParaRPr lang="en-GB"/>
        </a:p>
      </dgm:t>
    </dgm:pt>
    <dgm:pt modelId="{156BF932-1B04-4666-AFF7-AE1809B6542E}" type="sibTrans" cxnId="{BF83C1A1-544B-4705-A715-92E4B9220E36}">
      <dgm:prSet/>
      <dgm:spPr/>
      <dgm:t>
        <a:bodyPr/>
        <a:lstStyle/>
        <a:p>
          <a:endParaRPr lang="en-GB"/>
        </a:p>
      </dgm:t>
    </dgm:pt>
    <dgm:pt modelId="{239DFAA1-E142-45AC-A53D-849D717C984B}">
      <dgm:prSet phldrT="[Text]" custT="1"/>
      <dgm:spPr>
        <a:solidFill>
          <a:srgbClr val="9B1030"/>
        </a:solidFill>
      </dgm:spPr>
      <dgm:t>
        <a:bodyPr anchor="b"/>
        <a:lstStyle/>
        <a:p>
          <a:r>
            <a:rPr lang="en-GB" sz="600" b="1" dirty="0"/>
            <a:t>Cognition</a:t>
          </a:r>
        </a:p>
      </dgm:t>
    </dgm:pt>
    <dgm:pt modelId="{743A4741-09FB-496B-8AE8-062D4E7DDC0A}" type="parTrans" cxnId="{600E7E16-2228-4A4F-9A3A-172EEA0C21F3}">
      <dgm:prSet/>
      <dgm:spPr/>
      <dgm:t>
        <a:bodyPr/>
        <a:lstStyle/>
        <a:p>
          <a:endParaRPr lang="en-GB"/>
        </a:p>
      </dgm:t>
    </dgm:pt>
    <dgm:pt modelId="{4E4CED29-FB88-481A-ACB8-2A16427AA9F9}" type="sibTrans" cxnId="{600E7E16-2228-4A4F-9A3A-172EEA0C21F3}">
      <dgm:prSet/>
      <dgm:spPr/>
      <dgm:t>
        <a:bodyPr/>
        <a:lstStyle/>
        <a:p>
          <a:endParaRPr lang="en-GB"/>
        </a:p>
      </dgm:t>
    </dgm:pt>
    <dgm:pt modelId="{2DD4F57F-6326-43BF-9ACE-4D0B271679EA}">
      <dgm:prSet phldrT="[Text]" custT="1"/>
      <dgm:spPr/>
      <dgm:t>
        <a:bodyPr anchor="b"/>
        <a:lstStyle/>
        <a:p>
          <a:r>
            <a:rPr lang="en-GB" sz="600" b="1" dirty="0" err="1"/>
            <a:t>Behavior</a:t>
          </a:r>
          <a:endParaRPr lang="en-GB" sz="600" b="1" dirty="0"/>
        </a:p>
      </dgm:t>
    </dgm:pt>
    <dgm:pt modelId="{EA9BF4CA-994C-4B36-AA16-C19C8E130382}" type="parTrans" cxnId="{75B2AC9F-FC7E-4AF5-8BA6-848087FAA43F}">
      <dgm:prSet/>
      <dgm:spPr/>
      <dgm:t>
        <a:bodyPr/>
        <a:lstStyle/>
        <a:p>
          <a:endParaRPr lang="en-GB"/>
        </a:p>
      </dgm:t>
    </dgm:pt>
    <dgm:pt modelId="{326FD8B4-374F-48D2-89F6-7C1637094E68}" type="sibTrans" cxnId="{75B2AC9F-FC7E-4AF5-8BA6-848087FAA43F}">
      <dgm:prSet/>
      <dgm:spPr/>
      <dgm:t>
        <a:bodyPr/>
        <a:lstStyle/>
        <a:p>
          <a:endParaRPr lang="en-GB"/>
        </a:p>
      </dgm:t>
    </dgm:pt>
    <dgm:pt modelId="{8007F296-3722-498F-914E-7459538960ED}" type="pres">
      <dgm:prSet presAssocID="{223D5D77-A46F-4D36-A5C9-F4759FBD070B}" presName="Name0" presStyleCnt="0">
        <dgm:presLayoutVars>
          <dgm:dir/>
          <dgm:animLvl val="lvl"/>
          <dgm:resizeHandles val="exact"/>
        </dgm:presLayoutVars>
      </dgm:prSet>
      <dgm:spPr/>
    </dgm:pt>
    <dgm:pt modelId="{083E9ADF-DB28-4328-BBB4-6018CB6E118D}" type="pres">
      <dgm:prSet presAssocID="{19ADEC69-7DA3-4CFB-8C6E-1716A9D16071}" presName="Name8" presStyleCnt="0"/>
      <dgm:spPr/>
    </dgm:pt>
    <dgm:pt modelId="{3F28B381-6240-44CD-9DAA-CC638CDD4A43}" type="pres">
      <dgm:prSet presAssocID="{19ADEC69-7DA3-4CFB-8C6E-1716A9D16071}" presName="level" presStyleLbl="node1" presStyleIdx="0" presStyleCnt="3" custLinFactNeighborX="-345">
        <dgm:presLayoutVars>
          <dgm:chMax val="1"/>
          <dgm:bulletEnabled val="1"/>
        </dgm:presLayoutVars>
      </dgm:prSet>
      <dgm:spPr/>
    </dgm:pt>
    <dgm:pt modelId="{1D3760C6-3750-4103-AF23-F66DC0014477}" type="pres">
      <dgm:prSet presAssocID="{19ADEC69-7DA3-4CFB-8C6E-1716A9D16071}" presName="levelTx" presStyleLbl="revTx" presStyleIdx="0" presStyleCnt="0">
        <dgm:presLayoutVars>
          <dgm:chMax val="1"/>
          <dgm:bulletEnabled val="1"/>
        </dgm:presLayoutVars>
      </dgm:prSet>
      <dgm:spPr/>
    </dgm:pt>
    <dgm:pt modelId="{A0FDF7B1-2A00-4442-8BCF-CC08F8A8F2B5}" type="pres">
      <dgm:prSet presAssocID="{239DFAA1-E142-45AC-A53D-849D717C984B}" presName="Name8" presStyleCnt="0"/>
      <dgm:spPr/>
    </dgm:pt>
    <dgm:pt modelId="{D96ABD04-683C-4FA2-B579-9921557BFDC9}" type="pres">
      <dgm:prSet presAssocID="{239DFAA1-E142-45AC-A53D-849D717C984B}" presName="level" presStyleLbl="node1" presStyleIdx="1" presStyleCnt="3">
        <dgm:presLayoutVars>
          <dgm:chMax val="1"/>
          <dgm:bulletEnabled val="1"/>
        </dgm:presLayoutVars>
      </dgm:prSet>
      <dgm:spPr/>
    </dgm:pt>
    <dgm:pt modelId="{1F37B96C-378F-469E-8882-7BEE6D886597}" type="pres">
      <dgm:prSet presAssocID="{239DFAA1-E142-45AC-A53D-849D717C984B}" presName="levelTx" presStyleLbl="revTx" presStyleIdx="0" presStyleCnt="0">
        <dgm:presLayoutVars>
          <dgm:chMax val="1"/>
          <dgm:bulletEnabled val="1"/>
        </dgm:presLayoutVars>
      </dgm:prSet>
      <dgm:spPr/>
    </dgm:pt>
    <dgm:pt modelId="{189A122E-6733-4CEA-BBBD-86C71F69B5C1}" type="pres">
      <dgm:prSet presAssocID="{2DD4F57F-6326-43BF-9ACE-4D0B271679EA}" presName="Name8" presStyleCnt="0"/>
      <dgm:spPr/>
    </dgm:pt>
    <dgm:pt modelId="{A63169E1-A285-471F-A963-9388C5620DDD}" type="pres">
      <dgm:prSet presAssocID="{2DD4F57F-6326-43BF-9ACE-4D0B271679EA}" presName="level" presStyleLbl="node1" presStyleIdx="2" presStyleCnt="3" custLinFactY="13652" custLinFactNeighborX="-156" custLinFactNeighborY="100000">
        <dgm:presLayoutVars>
          <dgm:chMax val="1"/>
          <dgm:bulletEnabled val="1"/>
        </dgm:presLayoutVars>
      </dgm:prSet>
      <dgm:spPr/>
    </dgm:pt>
    <dgm:pt modelId="{3722F56F-3B61-4BAD-8E42-D89357D2EEB1}" type="pres">
      <dgm:prSet presAssocID="{2DD4F57F-6326-43BF-9ACE-4D0B271679EA}" presName="levelTx" presStyleLbl="revTx" presStyleIdx="0" presStyleCnt="0">
        <dgm:presLayoutVars>
          <dgm:chMax val="1"/>
          <dgm:bulletEnabled val="1"/>
        </dgm:presLayoutVars>
      </dgm:prSet>
      <dgm:spPr/>
    </dgm:pt>
  </dgm:ptLst>
  <dgm:cxnLst>
    <dgm:cxn modelId="{600E7E16-2228-4A4F-9A3A-172EEA0C21F3}" srcId="{223D5D77-A46F-4D36-A5C9-F4759FBD070B}" destId="{239DFAA1-E142-45AC-A53D-849D717C984B}" srcOrd="1" destOrd="0" parTransId="{743A4741-09FB-496B-8AE8-062D4E7DDC0A}" sibTransId="{4E4CED29-FB88-481A-ACB8-2A16427AA9F9}"/>
    <dgm:cxn modelId="{8F4B3921-ADE1-4684-9A70-822AD9AE6FBB}" type="presOf" srcId="{223D5D77-A46F-4D36-A5C9-F4759FBD070B}" destId="{8007F296-3722-498F-914E-7459538960ED}" srcOrd="0" destOrd="0" presId="urn:microsoft.com/office/officeart/2005/8/layout/pyramid1"/>
    <dgm:cxn modelId="{3E73E475-52DC-464D-92D0-FCE776A647CC}" type="presOf" srcId="{19ADEC69-7DA3-4CFB-8C6E-1716A9D16071}" destId="{1D3760C6-3750-4103-AF23-F66DC0014477}" srcOrd="1" destOrd="0" presId="urn:microsoft.com/office/officeart/2005/8/layout/pyramid1"/>
    <dgm:cxn modelId="{75B2AC9F-FC7E-4AF5-8BA6-848087FAA43F}" srcId="{223D5D77-A46F-4D36-A5C9-F4759FBD070B}" destId="{2DD4F57F-6326-43BF-9ACE-4D0B271679EA}" srcOrd="2" destOrd="0" parTransId="{EA9BF4CA-994C-4B36-AA16-C19C8E130382}" sibTransId="{326FD8B4-374F-48D2-89F6-7C1637094E68}"/>
    <dgm:cxn modelId="{BF83C1A1-544B-4705-A715-92E4B9220E36}" srcId="{223D5D77-A46F-4D36-A5C9-F4759FBD070B}" destId="{19ADEC69-7DA3-4CFB-8C6E-1716A9D16071}" srcOrd="0" destOrd="0" parTransId="{249011E7-7979-4A89-BCEA-B429955819E5}" sibTransId="{156BF932-1B04-4666-AFF7-AE1809B6542E}"/>
    <dgm:cxn modelId="{37D65BAD-67BA-46AD-B9AA-1672EB26360C}" type="presOf" srcId="{2DD4F57F-6326-43BF-9ACE-4D0B271679EA}" destId="{3722F56F-3B61-4BAD-8E42-D89357D2EEB1}" srcOrd="1" destOrd="0" presId="urn:microsoft.com/office/officeart/2005/8/layout/pyramid1"/>
    <dgm:cxn modelId="{5C2DB0AD-9C20-4119-9A0A-E433D13F7EFC}" type="presOf" srcId="{239DFAA1-E142-45AC-A53D-849D717C984B}" destId="{1F37B96C-378F-469E-8882-7BEE6D886597}" srcOrd="1" destOrd="0" presId="urn:microsoft.com/office/officeart/2005/8/layout/pyramid1"/>
    <dgm:cxn modelId="{E644CADB-DDE1-44B3-8A6B-CB1EE445FCEE}" type="presOf" srcId="{239DFAA1-E142-45AC-A53D-849D717C984B}" destId="{D96ABD04-683C-4FA2-B579-9921557BFDC9}" srcOrd="0" destOrd="0" presId="urn:microsoft.com/office/officeart/2005/8/layout/pyramid1"/>
    <dgm:cxn modelId="{CCA71CDD-35EE-4203-81EA-4937580B89F9}" type="presOf" srcId="{2DD4F57F-6326-43BF-9ACE-4D0B271679EA}" destId="{A63169E1-A285-471F-A963-9388C5620DDD}" srcOrd="0" destOrd="0" presId="urn:microsoft.com/office/officeart/2005/8/layout/pyramid1"/>
    <dgm:cxn modelId="{0FF13AEF-689F-4E7C-ABBF-7BEE9DAA1A0C}" type="presOf" srcId="{19ADEC69-7DA3-4CFB-8C6E-1716A9D16071}" destId="{3F28B381-6240-44CD-9DAA-CC638CDD4A43}" srcOrd="0" destOrd="0" presId="urn:microsoft.com/office/officeart/2005/8/layout/pyramid1"/>
    <dgm:cxn modelId="{D8CB2A72-3EAF-4724-912B-A30A97D3D306}" type="presParOf" srcId="{8007F296-3722-498F-914E-7459538960ED}" destId="{083E9ADF-DB28-4328-BBB4-6018CB6E118D}" srcOrd="0" destOrd="0" presId="urn:microsoft.com/office/officeart/2005/8/layout/pyramid1"/>
    <dgm:cxn modelId="{F566F3A0-7683-4107-9456-FB102624FE5C}" type="presParOf" srcId="{083E9ADF-DB28-4328-BBB4-6018CB6E118D}" destId="{3F28B381-6240-44CD-9DAA-CC638CDD4A43}" srcOrd="0" destOrd="0" presId="urn:microsoft.com/office/officeart/2005/8/layout/pyramid1"/>
    <dgm:cxn modelId="{C9FD66AB-09A7-4C61-BBF1-B4D208618B05}" type="presParOf" srcId="{083E9ADF-DB28-4328-BBB4-6018CB6E118D}" destId="{1D3760C6-3750-4103-AF23-F66DC0014477}" srcOrd="1" destOrd="0" presId="urn:microsoft.com/office/officeart/2005/8/layout/pyramid1"/>
    <dgm:cxn modelId="{C1174CB7-C6D3-4121-A695-F58E9CC7B0D5}" type="presParOf" srcId="{8007F296-3722-498F-914E-7459538960ED}" destId="{A0FDF7B1-2A00-4442-8BCF-CC08F8A8F2B5}" srcOrd="1" destOrd="0" presId="urn:microsoft.com/office/officeart/2005/8/layout/pyramid1"/>
    <dgm:cxn modelId="{37CAC870-F94C-476B-B4C9-992E1EA0E946}" type="presParOf" srcId="{A0FDF7B1-2A00-4442-8BCF-CC08F8A8F2B5}" destId="{D96ABD04-683C-4FA2-B579-9921557BFDC9}" srcOrd="0" destOrd="0" presId="urn:microsoft.com/office/officeart/2005/8/layout/pyramid1"/>
    <dgm:cxn modelId="{C7B5E47D-1EC2-421A-87D3-130A3020BEFB}" type="presParOf" srcId="{A0FDF7B1-2A00-4442-8BCF-CC08F8A8F2B5}" destId="{1F37B96C-378F-469E-8882-7BEE6D886597}" srcOrd="1" destOrd="0" presId="urn:microsoft.com/office/officeart/2005/8/layout/pyramid1"/>
    <dgm:cxn modelId="{A78AA1F3-0543-48D8-A143-98B0A161CA7C}" type="presParOf" srcId="{8007F296-3722-498F-914E-7459538960ED}" destId="{189A122E-6733-4CEA-BBBD-86C71F69B5C1}" srcOrd="2" destOrd="0" presId="urn:microsoft.com/office/officeart/2005/8/layout/pyramid1"/>
    <dgm:cxn modelId="{94483530-D579-452A-9F86-262AC3D37172}" type="presParOf" srcId="{189A122E-6733-4CEA-BBBD-86C71F69B5C1}" destId="{A63169E1-A285-471F-A963-9388C5620DDD}" srcOrd="0" destOrd="0" presId="urn:microsoft.com/office/officeart/2005/8/layout/pyramid1"/>
    <dgm:cxn modelId="{EF85A3B2-040C-4806-9C2B-2ACC820B160F}" type="presParOf" srcId="{189A122E-6733-4CEA-BBBD-86C71F69B5C1}" destId="{3722F56F-3B61-4BAD-8E42-D89357D2EEB1}" srcOrd="1" destOrd="0" presId="urn:microsoft.com/office/officeart/2005/8/layout/pyramid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23D5D77-A46F-4D36-A5C9-F4759FBD070B}" type="doc">
      <dgm:prSet loTypeId="urn:microsoft.com/office/officeart/2005/8/layout/pyramid1" loCatId="pyramid" qsTypeId="urn:microsoft.com/office/officeart/2005/8/quickstyle/3d3" qsCatId="3D" csTypeId="urn:microsoft.com/office/officeart/2005/8/colors/accent0_1" csCatId="mainScheme" phldr="1"/>
      <dgm:spPr/>
    </dgm:pt>
    <dgm:pt modelId="{19ADEC69-7DA3-4CFB-8C6E-1716A9D16071}">
      <dgm:prSet phldrT="[Text]" custT="1"/>
      <dgm:spPr>
        <a:noFill/>
      </dgm:spPr>
      <dgm:t>
        <a:bodyPr anchor="b"/>
        <a:lstStyle/>
        <a:p>
          <a:endParaRPr lang="en-GB" sz="1800" dirty="0"/>
        </a:p>
        <a:p>
          <a:r>
            <a:rPr lang="en-GB" sz="600" b="1" dirty="0"/>
            <a:t>Brain</a:t>
          </a:r>
        </a:p>
      </dgm:t>
    </dgm:pt>
    <dgm:pt modelId="{249011E7-7979-4A89-BCEA-B429955819E5}" type="parTrans" cxnId="{BF83C1A1-544B-4705-A715-92E4B9220E36}">
      <dgm:prSet/>
      <dgm:spPr/>
      <dgm:t>
        <a:bodyPr/>
        <a:lstStyle/>
        <a:p>
          <a:endParaRPr lang="en-GB"/>
        </a:p>
      </dgm:t>
    </dgm:pt>
    <dgm:pt modelId="{156BF932-1B04-4666-AFF7-AE1809B6542E}" type="sibTrans" cxnId="{BF83C1A1-544B-4705-A715-92E4B9220E36}">
      <dgm:prSet/>
      <dgm:spPr/>
      <dgm:t>
        <a:bodyPr/>
        <a:lstStyle/>
        <a:p>
          <a:endParaRPr lang="en-GB"/>
        </a:p>
      </dgm:t>
    </dgm:pt>
    <dgm:pt modelId="{239DFAA1-E142-45AC-A53D-849D717C984B}">
      <dgm:prSet phldrT="[Text]" custT="1"/>
      <dgm:spPr>
        <a:solidFill>
          <a:srgbClr val="9B1030"/>
        </a:solidFill>
      </dgm:spPr>
      <dgm:t>
        <a:bodyPr anchor="b"/>
        <a:lstStyle/>
        <a:p>
          <a:r>
            <a:rPr lang="en-GB" sz="600" b="1" dirty="0"/>
            <a:t>Cognition</a:t>
          </a:r>
        </a:p>
      </dgm:t>
    </dgm:pt>
    <dgm:pt modelId="{743A4741-09FB-496B-8AE8-062D4E7DDC0A}" type="parTrans" cxnId="{600E7E16-2228-4A4F-9A3A-172EEA0C21F3}">
      <dgm:prSet/>
      <dgm:spPr/>
      <dgm:t>
        <a:bodyPr/>
        <a:lstStyle/>
        <a:p>
          <a:endParaRPr lang="en-GB"/>
        </a:p>
      </dgm:t>
    </dgm:pt>
    <dgm:pt modelId="{4E4CED29-FB88-481A-ACB8-2A16427AA9F9}" type="sibTrans" cxnId="{600E7E16-2228-4A4F-9A3A-172EEA0C21F3}">
      <dgm:prSet/>
      <dgm:spPr/>
      <dgm:t>
        <a:bodyPr/>
        <a:lstStyle/>
        <a:p>
          <a:endParaRPr lang="en-GB"/>
        </a:p>
      </dgm:t>
    </dgm:pt>
    <dgm:pt modelId="{2DD4F57F-6326-43BF-9ACE-4D0B271679EA}">
      <dgm:prSet phldrT="[Text]" custT="1"/>
      <dgm:spPr/>
      <dgm:t>
        <a:bodyPr anchor="b"/>
        <a:lstStyle/>
        <a:p>
          <a:r>
            <a:rPr lang="en-GB" sz="600" b="1" dirty="0" err="1"/>
            <a:t>Behavior</a:t>
          </a:r>
          <a:endParaRPr lang="en-GB" sz="600" b="1" dirty="0"/>
        </a:p>
      </dgm:t>
    </dgm:pt>
    <dgm:pt modelId="{EA9BF4CA-994C-4B36-AA16-C19C8E130382}" type="parTrans" cxnId="{75B2AC9F-FC7E-4AF5-8BA6-848087FAA43F}">
      <dgm:prSet/>
      <dgm:spPr/>
      <dgm:t>
        <a:bodyPr/>
        <a:lstStyle/>
        <a:p>
          <a:endParaRPr lang="en-GB"/>
        </a:p>
      </dgm:t>
    </dgm:pt>
    <dgm:pt modelId="{326FD8B4-374F-48D2-89F6-7C1637094E68}" type="sibTrans" cxnId="{75B2AC9F-FC7E-4AF5-8BA6-848087FAA43F}">
      <dgm:prSet/>
      <dgm:spPr/>
      <dgm:t>
        <a:bodyPr/>
        <a:lstStyle/>
        <a:p>
          <a:endParaRPr lang="en-GB"/>
        </a:p>
      </dgm:t>
    </dgm:pt>
    <dgm:pt modelId="{8007F296-3722-498F-914E-7459538960ED}" type="pres">
      <dgm:prSet presAssocID="{223D5D77-A46F-4D36-A5C9-F4759FBD070B}" presName="Name0" presStyleCnt="0">
        <dgm:presLayoutVars>
          <dgm:dir/>
          <dgm:animLvl val="lvl"/>
          <dgm:resizeHandles val="exact"/>
        </dgm:presLayoutVars>
      </dgm:prSet>
      <dgm:spPr/>
    </dgm:pt>
    <dgm:pt modelId="{083E9ADF-DB28-4328-BBB4-6018CB6E118D}" type="pres">
      <dgm:prSet presAssocID="{19ADEC69-7DA3-4CFB-8C6E-1716A9D16071}" presName="Name8" presStyleCnt="0"/>
      <dgm:spPr/>
    </dgm:pt>
    <dgm:pt modelId="{3F28B381-6240-44CD-9DAA-CC638CDD4A43}" type="pres">
      <dgm:prSet presAssocID="{19ADEC69-7DA3-4CFB-8C6E-1716A9D16071}" presName="level" presStyleLbl="node1" presStyleIdx="0" presStyleCnt="3" custLinFactNeighborX="-345">
        <dgm:presLayoutVars>
          <dgm:chMax val="1"/>
          <dgm:bulletEnabled val="1"/>
        </dgm:presLayoutVars>
      </dgm:prSet>
      <dgm:spPr/>
    </dgm:pt>
    <dgm:pt modelId="{1D3760C6-3750-4103-AF23-F66DC0014477}" type="pres">
      <dgm:prSet presAssocID="{19ADEC69-7DA3-4CFB-8C6E-1716A9D16071}" presName="levelTx" presStyleLbl="revTx" presStyleIdx="0" presStyleCnt="0">
        <dgm:presLayoutVars>
          <dgm:chMax val="1"/>
          <dgm:bulletEnabled val="1"/>
        </dgm:presLayoutVars>
      </dgm:prSet>
      <dgm:spPr/>
    </dgm:pt>
    <dgm:pt modelId="{A0FDF7B1-2A00-4442-8BCF-CC08F8A8F2B5}" type="pres">
      <dgm:prSet presAssocID="{239DFAA1-E142-45AC-A53D-849D717C984B}" presName="Name8" presStyleCnt="0"/>
      <dgm:spPr/>
    </dgm:pt>
    <dgm:pt modelId="{D96ABD04-683C-4FA2-B579-9921557BFDC9}" type="pres">
      <dgm:prSet presAssocID="{239DFAA1-E142-45AC-A53D-849D717C984B}" presName="level" presStyleLbl="node1" presStyleIdx="1" presStyleCnt="3">
        <dgm:presLayoutVars>
          <dgm:chMax val="1"/>
          <dgm:bulletEnabled val="1"/>
        </dgm:presLayoutVars>
      </dgm:prSet>
      <dgm:spPr/>
    </dgm:pt>
    <dgm:pt modelId="{1F37B96C-378F-469E-8882-7BEE6D886597}" type="pres">
      <dgm:prSet presAssocID="{239DFAA1-E142-45AC-A53D-849D717C984B}" presName="levelTx" presStyleLbl="revTx" presStyleIdx="0" presStyleCnt="0">
        <dgm:presLayoutVars>
          <dgm:chMax val="1"/>
          <dgm:bulletEnabled val="1"/>
        </dgm:presLayoutVars>
      </dgm:prSet>
      <dgm:spPr/>
    </dgm:pt>
    <dgm:pt modelId="{189A122E-6733-4CEA-BBBD-86C71F69B5C1}" type="pres">
      <dgm:prSet presAssocID="{2DD4F57F-6326-43BF-9ACE-4D0B271679EA}" presName="Name8" presStyleCnt="0"/>
      <dgm:spPr/>
    </dgm:pt>
    <dgm:pt modelId="{A63169E1-A285-471F-A963-9388C5620DDD}" type="pres">
      <dgm:prSet presAssocID="{2DD4F57F-6326-43BF-9ACE-4D0B271679EA}" presName="level" presStyleLbl="node1" presStyleIdx="2" presStyleCnt="3" custLinFactY="13652" custLinFactNeighborX="-156" custLinFactNeighborY="100000">
        <dgm:presLayoutVars>
          <dgm:chMax val="1"/>
          <dgm:bulletEnabled val="1"/>
        </dgm:presLayoutVars>
      </dgm:prSet>
      <dgm:spPr/>
    </dgm:pt>
    <dgm:pt modelId="{3722F56F-3B61-4BAD-8E42-D89357D2EEB1}" type="pres">
      <dgm:prSet presAssocID="{2DD4F57F-6326-43BF-9ACE-4D0B271679EA}" presName="levelTx" presStyleLbl="revTx" presStyleIdx="0" presStyleCnt="0">
        <dgm:presLayoutVars>
          <dgm:chMax val="1"/>
          <dgm:bulletEnabled val="1"/>
        </dgm:presLayoutVars>
      </dgm:prSet>
      <dgm:spPr/>
    </dgm:pt>
  </dgm:ptLst>
  <dgm:cxnLst>
    <dgm:cxn modelId="{600E7E16-2228-4A4F-9A3A-172EEA0C21F3}" srcId="{223D5D77-A46F-4D36-A5C9-F4759FBD070B}" destId="{239DFAA1-E142-45AC-A53D-849D717C984B}" srcOrd="1" destOrd="0" parTransId="{743A4741-09FB-496B-8AE8-062D4E7DDC0A}" sibTransId="{4E4CED29-FB88-481A-ACB8-2A16427AA9F9}"/>
    <dgm:cxn modelId="{8F4B3921-ADE1-4684-9A70-822AD9AE6FBB}" type="presOf" srcId="{223D5D77-A46F-4D36-A5C9-F4759FBD070B}" destId="{8007F296-3722-498F-914E-7459538960ED}" srcOrd="0" destOrd="0" presId="urn:microsoft.com/office/officeart/2005/8/layout/pyramid1"/>
    <dgm:cxn modelId="{3E73E475-52DC-464D-92D0-FCE776A647CC}" type="presOf" srcId="{19ADEC69-7DA3-4CFB-8C6E-1716A9D16071}" destId="{1D3760C6-3750-4103-AF23-F66DC0014477}" srcOrd="1" destOrd="0" presId="urn:microsoft.com/office/officeart/2005/8/layout/pyramid1"/>
    <dgm:cxn modelId="{75B2AC9F-FC7E-4AF5-8BA6-848087FAA43F}" srcId="{223D5D77-A46F-4D36-A5C9-F4759FBD070B}" destId="{2DD4F57F-6326-43BF-9ACE-4D0B271679EA}" srcOrd="2" destOrd="0" parTransId="{EA9BF4CA-994C-4B36-AA16-C19C8E130382}" sibTransId="{326FD8B4-374F-48D2-89F6-7C1637094E68}"/>
    <dgm:cxn modelId="{BF83C1A1-544B-4705-A715-92E4B9220E36}" srcId="{223D5D77-A46F-4D36-A5C9-F4759FBD070B}" destId="{19ADEC69-7DA3-4CFB-8C6E-1716A9D16071}" srcOrd="0" destOrd="0" parTransId="{249011E7-7979-4A89-BCEA-B429955819E5}" sibTransId="{156BF932-1B04-4666-AFF7-AE1809B6542E}"/>
    <dgm:cxn modelId="{37D65BAD-67BA-46AD-B9AA-1672EB26360C}" type="presOf" srcId="{2DD4F57F-6326-43BF-9ACE-4D0B271679EA}" destId="{3722F56F-3B61-4BAD-8E42-D89357D2EEB1}" srcOrd="1" destOrd="0" presId="urn:microsoft.com/office/officeart/2005/8/layout/pyramid1"/>
    <dgm:cxn modelId="{5C2DB0AD-9C20-4119-9A0A-E433D13F7EFC}" type="presOf" srcId="{239DFAA1-E142-45AC-A53D-849D717C984B}" destId="{1F37B96C-378F-469E-8882-7BEE6D886597}" srcOrd="1" destOrd="0" presId="urn:microsoft.com/office/officeart/2005/8/layout/pyramid1"/>
    <dgm:cxn modelId="{E644CADB-DDE1-44B3-8A6B-CB1EE445FCEE}" type="presOf" srcId="{239DFAA1-E142-45AC-A53D-849D717C984B}" destId="{D96ABD04-683C-4FA2-B579-9921557BFDC9}" srcOrd="0" destOrd="0" presId="urn:microsoft.com/office/officeart/2005/8/layout/pyramid1"/>
    <dgm:cxn modelId="{CCA71CDD-35EE-4203-81EA-4937580B89F9}" type="presOf" srcId="{2DD4F57F-6326-43BF-9ACE-4D0B271679EA}" destId="{A63169E1-A285-471F-A963-9388C5620DDD}" srcOrd="0" destOrd="0" presId="urn:microsoft.com/office/officeart/2005/8/layout/pyramid1"/>
    <dgm:cxn modelId="{0FF13AEF-689F-4E7C-ABBF-7BEE9DAA1A0C}" type="presOf" srcId="{19ADEC69-7DA3-4CFB-8C6E-1716A9D16071}" destId="{3F28B381-6240-44CD-9DAA-CC638CDD4A43}" srcOrd="0" destOrd="0" presId="urn:microsoft.com/office/officeart/2005/8/layout/pyramid1"/>
    <dgm:cxn modelId="{D8CB2A72-3EAF-4724-912B-A30A97D3D306}" type="presParOf" srcId="{8007F296-3722-498F-914E-7459538960ED}" destId="{083E9ADF-DB28-4328-BBB4-6018CB6E118D}" srcOrd="0" destOrd="0" presId="urn:microsoft.com/office/officeart/2005/8/layout/pyramid1"/>
    <dgm:cxn modelId="{F566F3A0-7683-4107-9456-FB102624FE5C}" type="presParOf" srcId="{083E9ADF-DB28-4328-BBB4-6018CB6E118D}" destId="{3F28B381-6240-44CD-9DAA-CC638CDD4A43}" srcOrd="0" destOrd="0" presId="urn:microsoft.com/office/officeart/2005/8/layout/pyramid1"/>
    <dgm:cxn modelId="{C9FD66AB-09A7-4C61-BBF1-B4D208618B05}" type="presParOf" srcId="{083E9ADF-DB28-4328-BBB4-6018CB6E118D}" destId="{1D3760C6-3750-4103-AF23-F66DC0014477}" srcOrd="1" destOrd="0" presId="urn:microsoft.com/office/officeart/2005/8/layout/pyramid1"/>
    <dgm:cxn modelId="{C1174CB7-C6D3-4121-A695-F58E9CC7B0D5}" type="presParOf" srcId="{8007F296-3722-498F-914E-7459538960ED}" destId="{A0FDF7B1-2A00-4442-8BCF-CC08F8A8F2B5}" srcOrd="1" destOrd="0" presId="urn:microsoft.com/office/officeart/2005/8/layout/pyramid1"/>
    <dgm:cxn modelId="{37CAC870-F94C-476B-B4C9-992E1EA0E946}" type="presParOf" srcId="{A0FDF7B1-2A00-4442-8BCF-CC08F8A8F2B5}" destId="{D96ABD04-683C-4FA2-B579-9921557BFDC9}" srcOrd="0" destOrd="0" presId="urn:microsoft.com/office/officeart/2005/8/layout/pyramid1"/>
    <dgm:cxn modelId="{C7B5E47D-1EC2-421A-87D3-130A3020BEFB}" type="presParOf" srcId="{A0FDF7B1-2A00-4442-8BCF-CC08F8A8F2B5}" destId="{1F37B96C-378F-469E-8882-7BEE6D886597}" srcOrd="1" destOrd="0" presId="urn:microsoft.com/office/officeart/2005/8/layout/pyramid1"/>
    <dgm:cxn modelId="{A78AA1F3-0543-48D8-A143-98B0A161CA7C}" type="presParOf" srcId="{8007F296-3722-498F-914E-7459538960ED}" destId="{189A122E-6733-4CEA-BBBD-86C71F69B5C1}" srcOrd="2" destOrd="0" presId="urn:microsoft.com/office/officeart/2005/8/layout/pyramid1"/>
    <dgm:cxn modelId="{94483530-D579-452A-9F86-262AC3D37172}" type="presParOf" srcId="{189A122E-6733-4CEA-BBBD-86C71F69B5C1}" destId="{A63169E1-A285-471F-A963-9388C5620DDD}" srcOrd="0" destOrd="0" presId="urn:microsoft.com/office/officeart/2005/8/layout/pyramid1"/>
    <dgm:cxn modelId="{EF85A3B2-040C-4806-9C2B-2ACC820B160F}" type="presParOf" srcId="{189A122E-6733-4CEA-BBBD-86C71F69B5C1}" destId="{3722F56F-3B61-4BAD-8E42-D89357D2EEB1}" srcOrd="1" destOrd="0" presId="urn:microsoft.com/office/officeart/2005/8/layout/pyramid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23D5D77-A46F-4D36-A5C9-F4759FBD070B}" type="doc">
      <dgm:prSet loTypeId="urn:microsoft.com/office/officeart/2005/8/layout/pyramid1" loCatId="pyramid" qsTypeId="urn:microsoft.com/office/officeart/2005/8/quickstyle/3d3" qsCatId="3D" csTypeId="urn:microsoft.com/office/officeart/2005/8/colors/accent0_1" csCatId="mainScheme" phldr="1"/>
      <dgm:spPr/>
    </dgm:pt>
    <dgm:pt modelId="{19ADEC69-7DA3-4CFB-8C6E-1716A9D16071}">
      <dgm:prSet phldrT="[Text]" custT="1"/>
      <dgm:spPr>
        <a:solidFill>
          <a:srgbClr val="9B1030"/>
        </a:solidFill>
      </dgm:spPr>
      <dgm:t>
        <a:bodyPr anchor="b"/>
        <a:lstStyle/>
        <a:p>
          <a:endParaRPr lang="en-GB" sz="1800" dirty="0"/>
        </a:p>
        <a:p>
          <a:r>
            <a:rPr lang="en-GB" sz="600" b="1" dirty="0"/>
            <a:t>Brain</a:t>
          </a:r>
        </a:p>
      </dgm:t>
    </dgm:pt>
    <dgm:pt modelId="{249011E7-7979-4A89-BCEA-B429955819E5}" type="parTrans" cxnId="{BF83C1A1-544B-4705-A715-92E4B9220E36}">
      <dgm:prSet/>
      <dgm:spPr/>
      <dgm:t>
        <a:bodyPr/>
        <a:lstStyle/>
        <a:p>
          <a:endParaRPr lang="en-GB"/>
        </a:p>
      </dgm:t>
    </dgm:pt>
    <dgm:pt modelId="{156BF932-1B04-4666-AFF7-AE1809B6542E}" type="sibTrans" cxnId="{BF83C1A1-544B-4705-A715-92E4B9220E36}">
      <dgm:prSet/>
      <dgm:spPr/>
      <dgm:t>
        <a:bodyPr/>
        <a:lstStyle/>
        <a:p>
          <a:endParaRPr lang="en-GB"/>
        </a:p>
      </dgm:t>
    </dgm:pt>
    <dgm:pt modelId="{239DFAA1-E142-45AC-A53D-849D717C984B}">
      <dgm:prSet phldrT="[Text]" custT="1"/>
      <dgm:spPr>
        <a:noFill/>
      </dgm:spPr>
      <dgm:t>
        <a:bodyPr anchor="b"/>
        <a:lstStyle/>
        <a:p>
          <a:r>
            <a:rPr lang="en-GB" sz="600" b="1" dirty="0"/>
            <a:t>Cognition</a:t>
          </a:r>
        </a:p>
      </dgm:t>
    </dgm:pt>
    <dgm:pt modelId="{743A4741-09FB-496B-8AE8-062D4E7DDC0A}" type="parTrans" cxnId="{600E7E16-2228-4A4F-9A3A-172EEA0C21F3}">
      <dgm:prSet/>
      <dgm:spPr/>
      <dgm:t>
        <a:bodyPr/>
        <a:lstStyle/>
        <a:p>
          <a:endParaRPr lang="en-GB"/>
        </a:p>
      </dgm:t>
    </dgm:pt>
    <dgm:pt modelId="{4E4CED29-FB88-481A-ACB8-2A16427AA9F9}" type="sibTrans" cxnId="{600E7E16-2228-4A4F-9A3A-172EEA0C21F3}">
      <dgm:prSet/>
      <dgm:spPr/>
      <dgm:t>
        <a:bodyPr/>
        <a:lstStyle/>
        <a:p>
          <a:endParaRPr lang="en-GB"/>
        </a:p>
      </dgm:t>
    </dgm:pt>
    <dgm:pt modelId="{2DD4F57F-6326-43BF-9ACE-4D0B271679EA}">
      <dgm:prSet phldrT="[Text]" custT="1"/>
      <dgm:spPr/>
      <dgm:t>
        <a:bodyPr anchor="b"/>
        <a:lstStyle/>
        <a:p>
          <a:r>
            <a:rPr lang="en-GB" sz="600" b="1" dirty="0" err="1"/>
            <a:t>Behavior</a:t>
          </a:r>
          <a:endParaRPr lang="en-GB" sz="600" b="1" dirty="0"/>
        </a:p>
      </dgm:t>
    </dgm:pt>
    <dgm:pt modelId="{EA9BF4CA-994C-4B36-AA16-C19C8E130382}" type="parTrans" cxnId="{75B2AC9F-FC7E-4AF5-8BA6-848087FAA43F}">
      <dgm:prSet/>
      <dgm:spPr/>
      <dgm:t>
        <a:bodyPr/>
        <a:lstStyle/>
        <a:p>
          <a:endParaRPr lang="en-GB"/>
        </a:p>
      </dgm:t>
    </dgm:pt>
    <dgm:pt modelId="{326FD8B4-374F-48D2-89F6-7C1637094E68}" type="sibTrans" cxnId="{75B2AC9F-FC7E-4AF5-8BA6-848087FAA43F}">
      <dgm:prSet/>
      <dgm:spPr/>
      <dgm:t>
        <a:bodyPr/>
        <a:lstStyle/>
        <a:p>
          <a:endParaRPr lang="en-GB"/>
        </a:p>
      </dgm:t>
    </dgm:pt>
    <dgm:pt modelId="{8007F296-3722-498F-914E-7459538960ED}" type="pres">
      <dgm:prSet presAssocID="{223D5D77-A46F-4D36-A5C9-F4759FBD070B}" presName="Name0" presStyleCnt="0">
        <dgm:presLayoutVars>
          <dgm:dir/>
          <dgm:animLvl val="lvl"/>
          <dgm:resizeHandles val="exact"/>
        </dgm:presLayoutVars>
      </dgm:prSet>
      <dgm:spPr/>
    </dgm:pt>
    <dgm:pt modelId="{083E9ADF-DB28-4328-BBB4-6018CB6E118D}" type="pres">
      <dgm:prSet presAssocID="{19ADEC69-7DA3-4CFB-8C6E-1716A9D16071}" presName="Name8" presStyleCnt="0"/>
      <dgm:spPr/>
    </dgm:pt>
    <dgm:pt modelId="{3F28B381-6240-44CD-9DAA-CC638CDD4A43}" type="pres">
      <dgm:prSet presAssocID="{19ADEC69-7DA3-4CFB-8C6E-1716A9D16071}" presName="level" presStyleLbl="node1" presStyleIdx="0" presStyleCnt="3" custLinFactNeighborX="-345">
        <dgm:presLayoutVars>
          <dgm:chMax val="1"/>
          <dgm:bulletEnabled val="1"/>
        </dgm:presLayoutVars>
      </dgm:prSet>
      <dgm:spPr/>
    </dgm:pt>
    <dgm:pt modelId="{1D3760C6-3750-4103-AF23-F66DC0014477}" type="pres">
      <dgm:prSet presAssocID="{19ADEC69-7DA3-4CFB-8C6E-1716A9D16071}" presName="levelTx" presStyleLbl="revTx" presStyleIdx="0" presStyleCnt="0">
        <dgm:presLayoutVars>
          <dgm:chMax val="1"/>
          <dgm:bulletEnabled val="1"/>
        </dgm:presLayoutVars>
      </dgm:prSet>
      <dgm:spPr/>
    </dgm:pt>
    <dgm:pt modelId="{A0FDF7B1-2A00-4442-8BCF-CC08F8A8F2B5}" type="pres">
      <dgm:prSet presAssocID="{239DFAA1-E142-45AC-A53D-849D717C984B}" presName="Name8" presStyleCnt="0"/>
      <dgm:spPr/>
    </dgm:pt>
    <dgm:pt modelId="{D96ABD04-683C-4FA2-B579-9921557BFDC9}" type="pres">
      <dgm:prSet presAssocID="{239DFAA1-E142-45AC-A53D-849D717C984B}" presName="level" presStyleLbl="node1" presStyleIdx="1" presStyleCnt="3">
        <dgm:presLayoutVars>
          <dgm:chMax val="1"/>
          <dgm:bulletEnabled val="1"/>
        </dgm:presLayoutVars>
      </dgm:prSet>
      <dgm:spPr/>
    </dgm:pt>
    <dgm:pt modelId="{1F37B96C-378F-469E-8882-7BEE6D886597}" type="pres">
      <dgm:prSet presAssocID="{239DFAA1-E142-45AC-A53D-849D717C984B}" presName="levelTx" presStyleLbl="revTx" presStyleIdx="0" presStyleCnt="0">
        <dgm:presLayoutVars>
          <dgm:chMax val="1"/>
          <dgm:bulletEnabled val="1"/>
        </dgm:presLayoutVars>
      </dgm:prSet>
      <dgm:spPr/>
    </dgm:pt>
    <dgm:pt modelId="{189A122E-6733-4CEA-BBBD-86C71F69B5C1}" type="pres">
      <dgm:prSet presAssocID="{2DD4F57F-6326-43BF-9ACE-4D0B271679EA}" presName="Name8" presStyleCnt="0"/>
      <dgm:spPr/>
    </dgm:pt>
    <dgm:pt modelId="{A63169E1-A285-471F-A963-9388C5620DDD}" type="pres">
      <dgm:prSet presAssocID="{2DD4F57F-6326-43BF-9ACE-4D0B271679EA}" presName="level" presStyleLbl="node1" presStyleIdx="2" presStyleCnt="3" custLinFactY="13652" custLinFactNeighborX="-156" custLinFactNeighborY="100000">
        <dgm:presLayoutVars>
          <dgm:chMax val="1"/>
          <dgm:bulletEnabled val="1"/>
        </dgm:presLayoutVars>
      </dgm:prSet>
      <dgm:spPr/>
    </dgm:pt>
    <dgm:pt modelId="{3722F56F-3B61-4BAD-8E42-D89357D2EEB1}" type="pres">
      <dgm:prSet presAssocID="{2DD4F57F-6326-43BF-9ACE-4D0B271679EA}" presName="levelTx" presStyleLbl="revTx" presStyleIdx="0" presStyleCnt="0">
        <dgm:presLayoutVars>
          <dgm:chMax val="1"/>
          <dgm:bulletEnabled val="1"/>
        </dgm:presLayoutVars>
      </dgm:prSet>
      <dgm:spPr/>
    </dgm:pt>
  </dgm:ptLst>
  <dgm:cxnLst>
    <dgm:cxn modelId="{600E7E16-2228-4A4F-9A3A-172EEA0C21F3}" srcId="{223D5D77-A46F-4D36-A5C9-F4759FBD070B}" destId="{239DFAA1-E142-45AC-A53D-849D717C984B}" srcOrd="1" destOrd="0" parTransId="{743A4741-09FB-496B-8AE8-062D4E7DDC0A}" sibTransId="{4E4CED29-FB88-481A-ACB8-2A16427AA9F9}"/>
    <dgm:cxn modelId="{8F4B3921-ADE1-4684-9A70-822AD9AE6FBB}" type="presOf" srcId="{223D5D77-A46F-4D36-A5C9-F4759FBD070B}" destId="{8007F296-3722-498F-914E-7459538960ED}" srcOrd="0" destOrd="0" presId="urn:microsoft.com/office/officeart/2005/8/layout/pyramid1"/>
    <dgm:cxn modelId="{3E73E475-52DC-464D-92D0-FCE776A647CC}" type="presOf" srcId="{19ADEC69-7DA3-4CFB-8C6E-1716A9D16071}" destId="{1D3760C6-3750-4103-AF23-F66DC0014477}" srcOrd="1" destOrd="0" presId="urn:microsoft.com/office/officeart/2005/8/layout/pyramid1"/>
    <dgm:cxn modelId="{75B2AC9F-FC7E-4AF5-8BA6-848087FAA43F}" srcId="{223D5D77-A46F-4D36-A5C9-F4759FBD070B}" destId="{2DD4F57F-6326-43BF-9ACE-4D0B271679EA}" srcOrd="2" destOrd="0" parTransId="{EA9BF4CA-994C-4B36-AA16-C19C8E130382}" sibTransId="{326FD8B4-374F-48D2-89F6-7C1637094E68}"/>
    <dgm:cxn modelId="{BF83C1A1-544B-4705-A715-92E4B9220E36}" srcId="{223D5D77-A46F-4D36-A5C9-F4759FBD070B}" destId="{19ADEC69-7DA3-4CFB-8C6E-1716A9D16071}" srcOrd="0" destOrd="0" parTransId="{249011E7-7979-4A89-BCEA-B429955819E5}" sibTransId="{156BF932-1B04-4666-AFF7-AE1809B6542E}"/>
    <dgm:cxn modelId="{37D65BAD-67BA-46AD-B9AA-1672EB26360C}" type="presOf" srcId="{2DD4F57F-6326-43BF-9ACE-4D0B271679EA}" destId="{3722F56F-3B61-4BAD-8E42-D89357D2EEB1}" srcOrd="1" destOrd="0" presId="urn:microsoft.com/office/officeart/2005/8/layout/pyramid1"/>
    <dgm:cxn modelId="{5C2DB0AD-9C20-4119-9A0A-E433D13F7EFC}" type="presOf" srcId="{239DFAA1-E142-45AC-A53D-849D717C984B}" destId="{1F37B96C-378F-469E-8882-7BEE6D886597}" srcOrd="1" destOrd="0" presId="urn:microsoft.com/office/officeart/2005/8/layout/pyramid1"/>
    <dgm:cxn modelId="{E644CADB-DDE1-44B3-8A6B-CB1EE445FCEE}" type="presOf" srcId="{239DFAA1-E142-45AC-A53D-849D717C984B}" destId="{D96ABD04-683C-4FA2-B579-9921557BFDC9}" srcOrd="0" destOrd="0" presId="urn:microsoft.com/office/officeart/2005/8/layout/pyramid1"/>
    <dgm:cxn modelId="{CCA71CDD-35EE-4203-81EA-4937580B89F9}" type="presOf" srcId="{2DD4F57F-6326-43BF-9ACE-4D0B271679EA}" destId="{A63169E1-A285-471F-A963-9388C5620DDD}" srcOrd="0" destOrd="0" presId="urn:microsoft.com/office/officeart/2005/8/layout/pyramid1"/>
    <dgm:cxn modelId="{0FF13AEF-689F-4E7C-ABBF-7BEE9DAA1A0C}" type="presOf" srcId="{19ADEC69-7DA3-4CFB-8C6E-1716A9D16071}" destId="{3F28B381-6240-44CD-9DAA-CC638CDD4A43}" srcOrd="0" destOrd="0" presId="urn:microsoft.com/office/officeart/2005/8/layout/pyramid1"/>
    <dgm:cxn modelId="{D8CB2A72-3EAF-4724-912B-A30A97D3D306}" type="presParOf" srcId="{8007F296-3722-498F-914E-7459538960ED}" destId="{083E9ADF-DB28-4328-BBB4-6018CB6E118D}" srcOrd="0" destOrd="0" presId="urn:microsoft.com/office/officeart/2005/8/layout/pyramid1"/>
    <dgm:cxn modelId="{F566F3A0-7683-4107-9456-FB102624FE5C}" type="presParOf" srcId="{083E9ADF-DB28-4328-BBB4-6018CB6E118D}" destId="{3F28B381-6240-44CD-9DAA-CC638CDD4A43}" srcOrd="0" destOrd="0" presId="urn:microsoft.com/office/officeart/2005/8/layout/pyramid1"/>
    <dgm:cxn modelId="{C9FD66AB-09A7-4C61-BBF1-B4D208618B05}" type="presParOf" srcId="{083E9ADF-DB28-4328-BBB4-6018CB6E118D}" destId="{1D3760C6-3750-4103-AF23-F66DC0014477}" srcOrd="1" destOrd="0" presId="urn:microsoft.com/office/officeart/2005/8/layout/pyramid1"/>
    <dgm:cxn modelId="{C1174CB7-C6D3-4121-A695-F58E9CC7B0D5}" type="presParOf" srcId="{8007F296-3722-498F-914E-7459538960ED}" destId="{A0FDF7B1-2A00-4442-8BCF-CC08F8A8F2B5}" srcOrd="1" destOrd="0" presId="urn:microsoft.com/office/officeart/2005/8/layout/pyramid1"/>
    <dgm:cxn modelId="{37CAC870-F94C-476B-B4C9-992E1EA0E946}" type="presParOf" srcId="{A0FDF7B1-2A00-4442-8BCF-CC08F8A8F2B5}" destId="{D96ABD04-683C-4FA2-B579-9921557BFDC9}" srcOrd="0" destOrd="0" presId="urn:microsoft.com/office/officeart/2005/8/layout/pyramid1"/>
    <dgm:cxn modelId="{C7B5E47D-1EC2-421A-87D3-130A3020BEFB}" type="presParOf" srcId="{A0FDF7B1-2A00-4442-8BCF-CC08F8A8F2B5}" destId="{1F37B96C-378F-469E-8882-7BEE6D886597}" srcOrd="1" destOrd="0" presId="urn:microsoft.com/office/officeart/2005/8/layout/pyramid1"/>
    <dgm:cxn modelId="{A78AA1F3-0543-48D8-A143-98B0A161CA7C}" type="presParOf" srcId="{8007F296-3722-498F-914E-7459538960ED}" destId="{189A122E-6733-4CEA-BBBD-86C71F69B5C1}" srcOrd="2" destOrd="0" presId="urn:microsoft.com/office/officeart/2005/8/layout/pyramid1"/>
    <dgm:cxn modelId="{94483530-D579-452A-9F86-262AC3D37172}" type="presParOf" srcId="{189A122E-6733-4CEA-BBBD-86C71F69B5C1}" destId="{A63169E1-A285-471F-A963-9388C5620DDD}" srcOrd="0" destOrd="0" presId="urn:microsoft.com/office/officeart/2005/8/layout/pyramid1"/>
    <dgm:cxn modelId="{EF85A3B2-040C-4806-9C2B-2ACC820B160F}" type="presParOf" srcId="{189A122E-6733-4CEA-BBBD-86C71F69B5C1}" destId="{3722F56F-3B61-4BAD-8E42-D89357D2EEB1}" srcOrd="1" destOrd="0" presId="urn:microsoft.com/office/officeart/2005/8/layout/pyramid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23D5D77-A46F-4D36-A5C9-F4759FBD070B}" type="doc">
      <dgm:prSet loTypeId="urn:microsoft.com/office/officeart/2005/8/layout/pyramid1" loCatId="pyramid" qsTypeId="urn:microsoft.com/office/officeart/2005/8/quickstyle/3d3" qsCatId="3D" csTypeId="urn:microsoft.com/office/officeart/2005/8/colors/accent0_1" csCatId="mainScheme" phldr="1"/>
      <dgm:spPr/>
    </dgm:pt>
    <dgm:pt modelId="{19ADEC69-7DA3-4CFB-8C6E-1716A9D16071}">
      <dgm:prSet phldrT="[Text]" custT="1"/>
      <dgm:spPr>
        <a:solidFill>
          <a:srgbClr val="9B1030"/>
        </a:solidFill>
      </dgm:spPr>
      <dgm:t>
        <a:bodyPr anchor="b"/>
        <a:lstStyle/>
        <a:p>
          <a:endParaRPr lang="en-GB" sz="1800" dirty="0"/>
        </a:p>
        <a:p>
          <a:r>
            <a:rPr lang="en-GB" sz="600" b="1" dirty="0"/>
            <a:t>Brain</a:t>
          </a:r>
        </a:p>
      </dgm:t>
    </dgm:pt>
    <dgm:pt modelId="{249011E7-7979-4A89-BCEA-B429955819E5}" type="parTrans" cxnId="{BF83C1A1-544B-4705-A715-92E4B9220E36}">
      <dgm:prSet/>
      <dgm:spPr/>
      <dgm:t>
        <a:bodyPr/>
        <a:lstStyle/>
        <a:p>
          <a:endParaRPr lang="en-GB"/>
        </a:p>
      </dgm:t>
    </dgm:pt>
    <dgm:pt modelId="{156BF932-1B04-4666-AFF7-AE1809B6542E}" type="sibTrans" cxnId="{BF83C1A1-544B-4705-A715-92E4B9220E36}">
      <dgm:prSet/>
      <dgm:spPr/>
      <dgm:t>
        <a:bodyPr/>
        <a:lstStyle/>
        <a:p>
          <a:endParaRPr lang="en-GB"/>
        </a:p>
      </dgm:t>
    </dgm:pt>
    <dgm:pt modelId="{239DFAA1-E142-45AC-A53D-849D717C984B}">
      <dgm:prSet phldrT="[Text]" custT="1"/>
      <dgm:spPr>
        <a:solidFill>
          <a:srgbClr val="9B1030"/>
        </a:solidFill>
      </dgm:spPr>
      <dgm:t>
        <a:bodyPr anchor="b"/>
        <a:lstStyle/>
        <a:p>
          <a:r>
            <a:rPr lang="en-GB" sz="600" b="1" dirty="0"/>
            <a:t>Cognition</a:t>
          </a:r>
        </a:p>
      </dgm:t>
    </dgm:pt>
    <dgm:pt modelId="{743A4741-09FB-496B-8AE8-062D4E7DDC0A}" type="parTrans" cxnId="{600E7E16-2228-4A4F-9A3A-172EEA0C21F3}">
      <dgm:prSet/>
      <dgm:spPr/>
      <dgm:t>
        <a:bodyPr/>
        <a:lstStyle/>
        <a:p>
          <a:endParaRPr lang="en-GB"/>
        </a:p>
      </dgm:t>
    </dgm:pt>
    <dgm:pt modelId="{4E4CED29-FB88-481A-ACB8-2A16427AA9F9}" type="sibTrans" cxnId="{600E7E16-2228-4A4F-9A3A-172EEA0C21F3}">
      <dgm:prSet/>
      <dgm:spPr/>
      <dgm:t>
        <a:bodyPr/>
        <a:lstStyle/>
        <a:p>
          <a:endParaRPr lang="en-GB"/>
        </a:p>
      </dgm:t>
    </dgm:pt>
    <dgm:pt modelId="{2DD4F57F-6326-43BF-9ACE-4D0B271679EA}">
      <dgm:prSet phldrT="[Text]" custT="1"/>
      <dgm:spPr/>
      <dgm:t>
        <a:bodyPr anchor="b"/>
        <a:lstStyle/>
        <a:p>
          <a:r>
            <a:rPr lang="en-GB" sz="600" b="1" dirty="0" err="1"/>
            <a:t>Behavior</a:t>
          </a:r>
          <a:endParaRPr lang="en-GB" sz="600" b="1" dirty="0"/>
        </a:p>
      </dgm:t>
    </dgm:pt>
    <dgm:pt modelId="{EA9BF4CA-994C-4B36-AA16-C19C8E130382}" type="parTrans" cxnId="{75B2AC9F-FC7E-4AF5-8BA6-848087FAA43F}">
      <dgm:prSet/>
      <dgm:spPr/>
      <dgm:t>
        <a:bodyPr/>
        <a:lstStyle/>
        <a:p>
          <a:endParaRPr lang="en-GB"/>
        </a:p>
      </dgm:t>
    </dgm:pt>
    <dgm:pt modelId="{326FD8B4-374F-48D2-89F6-7C1637094E68}" type="sibTrans" cxnId="{75B2AC9F-FC7E-4AF5-8BA6-848087FAA43F}">
      <dgm:prSet/>
      <dgm:spPr/>
      <dgm:t>
        <a:bodyPr/>
        <a:lstStyle/>
        <a:p>
          <a:endParaRPr lang="en-GB"/>
        </a:p>
      </dgm:t>
    </dgm:pt>
    <dgm:pt modelId="{8007F296-3722-498F-914E-7459538960ED}" type="pres">
      <dgm:prSet presAssocID="{223D5D77-A46F-4D36-A5C9-F4759FBD070B}" presName="Name0" presStyleCnt="0">
        <dgm:presLayoutVars>
          <dgm:dir/>
          <dgm:animLvl val="lvl"/>
          <dgm:resizeHandles val="exact"/>
        </dgm:presLayoutVars>
      </dgm:prSet>
      <dgm:spPr/>
    </dgm:pt>
    <dgm:pt modelId="{083E9ADF-DB28-4328-BBB4-6018CB6E118D}" type="pres">
      <dgm:prSet presAssocID="{19ADEC69-7DA3-4CFB-8C6E-1716A9D16071}" presName="Name8" presStyleCnt="0"/>
      <dgm:spPr/>
    </dgm:pt>
    <dgm:pt modelId="{3F28B381-6240-44CD-9DAA-CC638CDD4A43}" type="pres">
      <dgm:prSet presAssocID="{19ADEC69-7DA3-4CFB-8C6E-1716A9D16071}" presName="level" presStyleLbl="node1" presStyleIdx="0" presStyleCnt="3" custLinFactNeighborX="-345">
        <dgm:presLayoutVars>
          <dgm:chMax val="1"/>
          <dgm:bulletEnabled val="1"/>
        </dgm:presLayoutVars>
      </dgm:prSet>
      <dgm:spPr/>
    </dgm:pt>
    <dgm:pt modelId="{1D3760C6-3750-4103-AF23-F66DC0014477}" type="pres">
      <dgm:prSet presAssocID="{19ADEC69-7DA3-4CFB-8C6E-1716A9D16071}" presName="levelTx" presStyleLbl="revTx" presStyleIdx="0" presStyleCnt="0">
        <dgm:presLayoutVars>
          <dgm:chMax val="1"/>
          <dgm:bulletEnabled val="1"/>
        </dgm:presLayoutVars>
      </dgm:prSet>
      <dgm:spPr/>
    </dgm:pt>
    <dgm:pt modelId="{A0FDF7B1-2A00-4442-8BCF-CC08F8A8F2B5}" type="pres">
      <dgm:prSet presAssocID="{239DFAA1-E142-45AC-A53D-849D717C984B}" presName="Name8" presStyleCnt="0"/>
      <dgm:spPr/>
    </dgm:pt>
    <dgm:pt modelId="{D96ABD04-683C-4FA2-B579-9921557BFDC9}" type="pres">
      <dgm:prSet presAssocID="{239DFAA1-E142-45AC-A53D-849D717C984B}" presName="level" presStyleLbl="node1" presStyleIdx="1" presStyleCnt="3">
        <dgm:presLayoutVars>
          <dgm:chMax val="1"/>
          <dgm:bulletEnabled val="1"/>
        </dgm:presLayoutVars>
      </dgm:prSet>
      <dgm:spPr/>
    </dgm:pt>
    <dgm:pt modelId="{1F37B96C-378F-469E-8882-7BEE6D886597}" type="pres">
      <dgm:prSet presAssocID="{239DFAA1-E142-45AC-A53D-849D717C984B}" presName="levelTx" presStyleLbl="revTx" presStyleIdx="0" presStyleCnt="0">
        <dgm:presLayoutVars>
          <dgm:chMax val="1"/>
          <dgm:bulletEnabled val="1"/>
        </dgm:presLayoutVars>
      </dgm:prSet>
      <dgm:spPr/>
    </dgm:pt>
    <dgm:pt modelId="{189A122E-6733-4CEA-BBBD-86C71F69B5C1}" type="pres">
      <dgm:prSet presAssocID="{2DD4F57F-6326-43BF-9ACE-4D0B271679EA}" presName="Name8" presStyleCnt="0"/>
      <dgm:spPr/>
    </dgm:pt>
    <dgm:pt modelId="{A63169E1-A285-471F-A963-9388C5620DDD}" type="pres">
      <dgm:prSet presAssocID="{2DD4F57F-6326-43BF-9ACE-4D0B271679EA}" presName="level" presStyleLbl="node1" presStyleIdx="2" presStyleCnt="3" custLinFactY="13652" custLinFactNeighborX="-156" custLinFactNeighborY="100000">
        <dgm:presLayoutVars>
          <dgm:chMax val="1"/>
          <dgm:bulletEnabled val="1"/>
        </dgm:presLayoutVars>
      </dgm:prSet>
      <dgm:spPr/>
    </dgm:pt>
    <dgm:pt modelId="{3722F56F-3B61-4BAD-8E42-D89357D2EEB1}" type="pres">
      <dgm:prSet presAssocID="{2DD4F57F-6326-43BF-9ACE-4D0B271679EA}" presName="levelTx" presStyleLbl="revTx" presStyleIdx="0" presStyleCnt="0">
        <dgm:presLayoutVars>
          <dgm:chMax val="1"/>
          <dgm:bulletEnabled val="1"/>
        </dgm:presLayoutVars>
      </dgm:prSet>
      <dgm:spPr/>
    </dgm:pt>
  </dgm:ptLst>
  <dgm:cxnLst>
    <dgm:cxn modelId="{600E7E16-2228-4A4F-9A3A-172EEA0C21F3}" srcId="{223D5D77-A46F-4D36-A5C9-F4759FBD070B}" destId="{239DFAA1-E142-45AC-A53D-849D717C984B}" srcOrd="1" destOrd="0" parTransId="{743A4741-09FB-496B-8AE8-062D4E7DDC0A}" sibTransId="{4E4CED29-FB88-481A-ACB8-2A16427AA9F9}"/>
    <dgm:cxn modelId="{8F4B3921-ADE1-4684-9A70-822AD9AE6FBB}" type="presOf" srcId="{223D5D77-A46F-4D36-A5C9-F4759FBD070B}" destId="{8007F296-3722-498F-914E-7459538960ED}" srcOrd="0" destOrd="0" presId="urn:microsoft.com/office/officeart/2005/8/layout/pyramid1"/>
    <dgm:cxn modelId="{3E73E475-52DC-464D-92D0-FCE776A647CC}" type="presOf" srcId="{19ADEC69-7DA3-4CFB-8C6E-1716A9D16071}" destId="{1D3760C6-3750-4103-AF23-F66DC0014477}" srcOrd="1" destOrd="0" presId="urn:microsoft.com/office/officeart/2005/8/layout/pyramid1"/>
    <dgm:cxn modelId="{75B2AC9F-FC7E-4AF5-8BA6-848087FAA43F}" srcId="{223D5D77-A46F-4D36-A5C9-F4759FBD070B}" destId="{2DD4F57F-6326-43BF-9ACE-4D0B271679EA}" srcOrd="2" destOrd="0" parTransId="{EA9BF4CA-994C-4B36-AA16-C19C8E130382}" sibTransId="{326FD8B4-374F-48D2-89F6-7C1637094E68}"/>
    <dgm:cxn modelId="{BF83C1A1-544B-4705-A715-92E4B9220E36}" srcId="{223D5D77-A46F-4D36-A5C9-F4759FBD070B}" destId="{19ADEC69-7DA3-4CFB-8C6E-1716A9D16071}" srcOrd="0" destOrd="0" parTransId="{249011E7-7979-4A89-BCEA-B429955819E5}" sibTransId="{156BF932-1B04-4666-AFF7-AE1809B6542E}"/>
    <dgm:cxn modelId="{37D65BAD-67BA-46AD-B9AA-1672EB26360C}" type="presOf" srcId="{2DD4F57F-6326-43BF-9ACE-4D0B271679EA}" destId="{3722F56F-3B61-4BAD-8E42-D89357D2EEB1}" srcOrd="1" destOrd="0" presId="urn:microsoft.com/office/officeart/2005/8/layout/pyramid1"/>
    <dgm:cxn modelId="{5C2DB0AD-9C20-4119-9A0A-E433D13F7EFC}" type="presOf" srcId="{239DFAA1-E142-45AC-A53D-849D717C984B}" destId="{1F37B96C-378F-469E-8882-7BEE6D886597}" srcOrd="1" destOrd="0" presId="urn:microsoft.com/office/officeart/2005/8/layout/pyramid1"/>
    <dgm:cxn modelId="{E644CADB-DDE1-44B3-8A6B-CB1EE445FCEE}" type="presOf" srcId="{239DFAA1-E142-45AC-A53D-849D717C984B}" destId="{D96ABD04-683C-4FA2-B579-9921557BFDC9}" srcOrd="0" destOrd="0" presId="urn:microsoft.com/office/officeart/2005/8/layout/pyramid1"/>
    <dgm:cxn modelId="{CCA71CDD-35EE-4203-81EA-4937580B89F9}" type="presOf" srcId="{2DD4F57F-6326-43BF-9ACE-4D0B271679EA}" destId="{A63169E1-A285-471F-A963-9388C5620DDD}" srcOrd="0" destOrd="0" presId="urn:microsoft.com/office/officeart/2005/8/layout/pyramid1"/>
    <dgm:cxn modelId="{0FF13AEF-689F-4E7C-ABBF-7BEE9DAA1A0C}" type="presOf" srcId="{19ADEC69-7DA3-4CFB-8C6E-1716A9D16071}" destId="{3F28B381-6240-44CD-9DAA-CC638CDD4A43}" srcOrd="0" destOrd="0" presId="urn:microsoft.com/office/officeart/2005/8/layout/pyramid1"/>
    <dgm:cxn modelId="{D8CB2A72-3EAF-4724-912B-A30A97D3D306}" type="presParOf" srcId="{8007F296-3722-498F-914E-7459538960ED}" destId="{083E9ADF-DB28-4328-BBB4-6018CB6E118D}" srcOrd="0" destOrd="0" presId="urn:microsoft.com/office/officeart/2005/8/layout/pyramid1"/>
    <dgm:cxn modelId="{F566F3A0-7683-4107-9456-FB102624FE5C}" type="presParOf" srcId="{083E9ADF-DB28-4328-BBB4-6018CB6E118D}" destId="{3F28B381-6240-44CD-9DAA-CC638CDD4A43}" srcOrd="0" destOrd="0" presId="urn:microsoft.com/office/officeart/2005/8/layout/pyramid1"/>
    <dgm:cxn modelId="{C9FD66AB-09A7-4C61-BBF1-B4D208618B05}" type="presParOf" srcId="{083E9ADF-DB28-4328-BBB4-6018CB6E118D}" destId="{1D3760C6-3750-4103-AF23-F66DC0014477}" srcOrd="1" destOrd="0" presId="urn:microsoft.com/office/officeart/2005/8/layout/pyramid1"/>
    <dgm:cxn modelId="{C1174CB7-C6D3-4121-A695-F58E9CC7B0D5}" type="presParOf" srcId="{8007F296-3722-498F-914E-7459538960ED}" destId="{A0FDF7B1-2A00-4442-8BCF-CC08F8A8F2B5}" srcOrd="1" destOrd="0" presId="urn:microsoft.com/office/officeart/2005/8/layout/pyramid1"/>
    <dgm:cxn modelId="{37CAC870-F94C-476B-B4C9-992E1EA0E946}" type="presParOf" srcId="{A0FDF7B1-2A00-4442-8BCF-CC08F8A8F2B5}" destId="{D96ABD04-683C-4FA2-B579-9921557BFDC9}" srcOrd="0" destOrd="0" presId="urn:microsoft.com/office/officeart/2005/8/layout/pyramid1"/>
    <dgm:cxn modelId="{C7B5E47D-1EC2-421A-87D3-130A3020BEFB}" type="presParOf" srcId="{A0FDF7B1-2A00-4442-8BCF-CC08F8A8F2B5}" destId="{1F37B96C-378F-469E-8882-7BEE6D886597}" srcOrd="1" destOrd="0" presId="urn:microsoft.com/office/officeart/2005/8/layout/pyramid1"/>
    <dgm:cxn modelId="{A78AA1F3-0543-48D8-A143-98B0A161CA7C}" type="presParOf" srcId="{8007F296-3722-498F-914E-7459538960ED}" destId="{189A122E-6733-4CEA-BBBD-86C71F69B5C1}" srcOrd="2" destOrd="0" presId="urn:microsoft.com/office/officeart/2005/8/layout/pyramid1"/>
    <dgm:cxn modelId="{94483530-D579-452A-9F86-262AC3D37172}" type="presParOf" srcId="{189A122E-6733-4CEA-BBBD-86C71F69B5C1}" destId="{A63169E1-A285-471F-A963-9388C5620DDD}" srcOrd="0" destOrd="0" presId="urn:microsoft.com/office/officeart/2005/8/layout/pyramid1"/>
    <dgm:cxn modelId="{EF85A3B2-040C-4806-9C2B-2ACC820B160F}" type="presParOf" srcId="{189A122E-6733-4CEA-BBBD-86C71F69B5C1}" destId="{3722F56F-3B61-4BAD-8E42-D89357D2EEB1}"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8B381-6240-44CD-9DAA-CC638CDD4A43}">
      <dsp:nvSpPr>
        <dsp:cNvPr id="0" name=""/>
        <dsp:cNvSpPr/>
      </dsp:nvSpPr>
      <dsp:spPr>
        <a:xfrm>
          <a:off x="1317482" y="0"/>
          <a:ext cx="1322043" cy="1270507"/>
        </a:xfrm>
        <a:prstGeom prst="trapezoid">
          <a:avLst>
            <a:gd name="adj" fmla="val 52028"/>
          </a:avLst>
        </a:prstGeom>
        <a:solidFill>
          <a:schemeClr val="accent5">
            <a:lumMod val="20000"/>
            <a:lumOff val="80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b" anchorCtr="0">
          <a:noAutofit/>
        </a:bodyPr>
        <a:lstStyle/>
        <a:p>
          <a:pPr marL="0" lvl="0" indent="0" algn="ctr" defTabSz="800100">
            <a:lnSpc>
              <a:spcPct val="90000"/>
            </a:lnSpc>
            <a:spcBef>
              <a:spcPct val="0"/>
            </a:spcBef>
            <a:spcAft>
              <a:spcPct val="35000"/>
            </a:spcAft>
            <a:buNone/>
          </a:pPr>
          <a:endParaRPr lang="en-GB" sz="1800" kern="1200" dirty="0"/>
        </a:p>
        <a:p>
          <a:pPr marL="0" lvl="0" indent="0" algn="ctr" defTabSz="800100">
            <a:lnSpc>
              <a:spcPct val="90000"/>
            </a:lnSpc>
            <a:spcBef>
              <a:spcPct val="0"/>
            </a:spcBef>
            <a:spcAft>
              <a:spcPct val="35000"/>
            </a:spcAft>
            <a:buNone/>
          </a:pPr>
          <a:r>
            <a:rPr lang="en-GB" sz="1400" b="1" kern="1200" dirty="0"/>
            <a:t>Brain</a:t>
          </a:r>
          <a:endParaRPr lang="en-GB" sz="2800" b="1" kern="1200" dirty="0"/>
        </a:p>
      </dsp:txBody>
      <dsp:txXfrm>
        <a:off x="1317482" y="0"/>
        <a:ext cx="1322043" cy="1270507"/>
      </dsp:txXfrm>
    </dsp:sp>
    <dsp:sp modelId="{D96ABD04-683C-4FA2-B579-9921557BFDC9}">
      <dsp:nvSpPr>
        <dsp:cNvPr id="0" name=""/>
        <dsp:cNvSpPr/>
      </dsp:nvSpPr>
      <dsp:spPr>
        <a:xfrm>
          <a:off x="661022" y="1270507"/>
          <a:ext cx="2644087" cy="1270507"/>
        </a:xfrm>
        <a:prstGeom prst="trapezoid">
          <a:avLst>
            <a:gd name="adj" fmla="val 52028"/>
          </a:avLst>
        </a:prstGeom>
        <a:solidFill>
          <a:schemeClr val="accent5">
            <a:lumMod val="40000"/>
            <a:lumOff val="60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b" anchorCtr="0">
          <a:noAutofit/>
        </a:bodyPr>
        <a:lstStyle/>
        <a:p>
          <a:pPr marL="0" lvl="0" indent="0" algn="ctr" defTabSz="533400">
            <a:lnSpc>
              <a:spcPct val="90000"/>
            </a:lnSpc>
            <a:spcBef>
              <a:spcPct val="0"/>
            </a:spcBef>
            <a:spcAft>
              <a:spcPct val="35000"/>
            </a:spcAft>
            <a:buNone/>
          </a:pPr>
          <a:r>
            <a:rPr lang="en-GB" sz="1200" b="1" kern="1200" dirty="0"/>
            <a:t>Cognition</a:t>
          </a:r>
        </a:p>
      </dsp:txBody>
      <dsp:txXfrm>
        <a:off x="1123737" y="1270507"/>
        <a:ext cx="1718657" cy="1270507"/>
      </dsp:txXfrm>
    </dsp:sp>
    <dsp:sp modelId="{A63169E1-A285-471F-A963-9388C5620DDD}">
      <dsp:nvSpPr>
        <dsp:cNvPr id="0" name=""/>
        <dsp:cNvSpPr/>
      </dsp:nvSpPr>
      <dsp:spPr>
        <a:xfrm>
          <a:off x="0" y="2541014"/>
          <a:ext cx="3966132" cy="1270507"/>
        </a:xfrm>
        <a:prstGeom prst="trapezoid">
          <a:avLst>
            <a:gd name="adj" fmla="val 52028"/>
          </a:avLst>
        </a:prstGeom>
        <a:solidFill>
          <a:schemeClr val="accent5">
            <a:lumMod val="60000"/>
            <a:lumOff val="40000"/>
          </a:schemeClr>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b" anchorCtr="0">
          <a:noAutofit/>
        </a:bodyPr>
        <a:lstStyle/>
        <a:p>
          <a:pPr marL="0" lvl="0" indent="0" algn="ctr" defTabSz="533400">
            <a:lnSpc>
              <a:spcPct val="90000"/>
            </a:lnSpc>
            <a:spcBef>
              <a:spcPct val="0"/>
            </a:spcBef>
            <a:spcAft>
              <a:spcPct val="35000"/>
            </a:spcAft>
            <a:buNone/>
          </a:pPr>
          <a:r>
            <a:rPr lang="en-GB" sz="1200" b="1" kern="1200" dirty="0" err="1"/>
            <a:t>Behavior</a:t>
          </a:r>
          <a:endParaRPr lang="en-GB" sz="1600" b="1" kern="1200" dirty="0"/>
        </a:p>
      </dsp:txBody>
      <dsp:txXfrm>
        <a:off x="694073" y="2541014"/>
        <a:ext cx="2577985" cy="1270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8B381-6240-44CD-9DAA-CC638CDD4A43}">
      <dsp:nvSpPr>
        <dsp:cNvPr id="0" name=""/>
        <dsp:cNvSpPr/>
      </dsp:nvSpPr>
      <dsp:spPr>
        <a:xfrm>
          <a:off x="412987" y="0"/>
          <a:ext cx="414416" cy="389716"/>
        </a:xfrm>
        <a:prstGeom prst="trapezoid">
          <a:avLst>
            <a:gd name="adj" fmla="val 53169"/>
          </a:avLst>
        </a:prstGeom>
        <a:no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860" tIns="22860" rIns="22860" bIns="22860" numCol="1" spcCol="1270" anchor="b" anchorCtr="0">
          <a:noAutofit/>
        </a:bodyPr>
        <a:lstStyle/>
        <a:p>
          <a:pPr marL="0" lvl="0" indent="0" algn="ctr" defTabSz="800100">
            <a:lnSpc>
              <a:spcPct val="90000"/>
            </a:lnSpc>
            <a:spcBef>
              <a:spcPct val="0"/>
            </a:spcBef>
            <a:spcAft>
              <a:spcPct val="35000"/>
            </a:spcAft>
            <a:buNone/>
          </a:pPr>
          <a:endParaRPr lang="en-GB" sz="1800" kern="1200" dirty="0"/>
        </a:p>
        <a:p>
          <a:pPr marL="0" lvl="0" indent="0" algn="ctr" defTabSz="800100">
            <a:lnSpc>
              <a:spcPct val="90000"/>
            </a:lnSpc>
            <a:spcBef>
              <a:spcPct val="0"/>
            </a:spcBef>
            <a:spcAft>
              <a:spcPct val="35000"/>
            </a:spcAft>
            <a:buNone/>
          </a:pPr>
          <a:r>
            <a:rPr lang="en-GB" sz="600" b="1" kern="1200" dirty="0"/>
            <a:t>Brain</a:t>
          </a:r>
        </a:p>
      </dsp:txBody>
      <dsp:txXfrm>
        <a:off x="412987" y="0"/>
        <a:ext cx="414416" cy="389716"/>
      </dsp:txXfrm>
    </dsp:sp>
    <dsp:sp modelId="{D96ABD04-683C-4FA2-B579-9921557BFDC9}">
      <dsp:nvSpPr>
        <dsp:cNvPr id="0" name=""/>
        <dsp:cNvSpPr/>
      </dsp:nvSpPr>
      <dsp:spPr>
        <a:xfrm>
          <a:off x="207208" y="389716"/>
          <a:ext cx="828833" cy="389716"/>
        </a:xfrm>
        <a:prstGeom prst="trapezoid">
          <a:avLst>
            <a:gd name="adj" fmla="val 53169"/>
          </a:avLst>
        </a:prstGeom>
        <a:solidFill>
          <a:srgbClr val="9B103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b" anchorCtr="0">
          <a:noAutofit/>
        </a:bodyPr>
        <a:lstStyle/>
        <a:p>
          <a:pPr marL="0" lvl="0" indent="0" algn="ctr" defTabSz="266700">
            <a:lnSpc>
              <a:spcPct val="90000"/>
            </a:lnSpc>
            <a:spcBef>
              <a:spcPct val="0"/>
            </a:spcBef>
            <a:spcAft>
              <a:spcPct val="35000"/>
            </a:spcAft>
            <a:buNone/>
          </a:pPr>
          <a:r>
            <a:rPr lang="en-GB" sz="600" b="1" kern="1200" dirty="0"/>
            <a:t>Cognition</a:t>
          </a:r>
        </a:p>
      </dsp:txBody>
      <dsp:txXfrm>
        <a:off x="352254" y="389716"/>
        <a:ext cx="538742" cy="389716"/>
      </dsp:txXfrm>
    </dsp:sp>
    <dsp:sp modelId="{A63169E1-A285-471F-A963-9388C5620DDD}">
      <dsp:nvSpPr>
        <dsp:cNvPr id="0" name=""/>
        <dsp:cNvSpPr/>
      </dsp:nvSpPr>
      <dsp:spPr>
        <a:xfrm>
          <a:off x="0" y="779432"/>
          <a:ext cx="1243251" cy="389716"/>
        </a:xfrm>
        <a:prstGeom prst="trapezoid">
          <a:avLst>
            <a:gd name="adj" fmla="val 53169"/>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b" anchorCtr="0">
          <a:noAutofit/>
        </a:bodyPr>
        <a:lstStyle/>
        <a:p>
          <a:pPr marL="0" lvl="0" indent="0" algn="ctr" defTabSz="266700">
            <a:lnSpc>
              <a:spcPct val="90000"/>
            </a:lnSpc>
            <a:spcBef>
              <a:spcPct val="0"/>
            </a:spcBef>
            <a:spcAft>
              <a:spcPct val="35000"/>
            </a:spcAft>
            <a:buNone/>
          </a:pPr>
          <a:r>
            <a:rPr lang="en-GB" sz="600" b="1" kern="1200" dirty="0" err="1"/>
            <a:t>Behavior</a:t>
          </a:r>
          <a:endParaRPr lang="en-GB" sz="600" b="1" kern="1200" dirty="0"/>
        </a:p>
      </dsp:txBody>
      <dsp:txXfrm>
        <a:off x="217568" y="779432"/>
        <a:ext cx="808113" cy="3897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8B381-6240-44CD-9DAA-CC638CDD4A43}">
      <dsp:nvSpPr>
        <dsp:cNvPr id="0" name=""/>
        <dsp:cNvSpPr/>
      </dsp:nvSpPr>
      <dsp:spPr>
        <a:xfrm>
          <a:off x="412987" y="0"/>
          <a:ext cx="414416" cy="389716"/>
        </a:xfrm>
        <a:prstGeom prst="trapezoid">
          <a:avLst>
            <a:gd name="adj" fmla="val 53169"/>
          </a:avLst>
        </a:prstGeom>
        <a:no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860" tIns="22860" rIns="22860" bIns="22860" numCol="1" spcCol="1270" anchor="b" anchorCtr="0">
          <a:noAutofit/>
        </a:bodyPr>
        <a:lstStyle/>
        <a:p>
          <a:pPr marL="0" lvl="0" indent="0" algn="ctr" defTabSz="800100">
            <a:lnSpc>
              <a:spcPct val="90000"/>
            </a:lnSpc>
            <a:spcBef>
              <a:spcPct val="0"/>
            </a:spcBef>
            <a:spcAft>
              <a:spcPct val="35000"/>
            </a:spcAft>
            <a:buNone/>
          </a:pPr>
          <a:endParaRPr lang="en-GB" sz="1800" kern="1200" dirty="0"/>
        </a:p>
        <a:p>
          <a:pPr marL="0" lvl="0" indent="0" algn="ctr" defTabSz="800100">
            <a:lnSpc>
              <a:spcPct val="90000"/>
            </a:lnSpc>
            <a:spcBef>
              <a:spcPct val="0"/>
            </a:spcBef>
            <a:spcAft>
              <a:spcPct val="35000"/>
            </a:spcAft>
            <a:buNone/>
          </a:pPr>
          <a:r>
            <a:rPr lang="en-GB" sz="600" b="1" kern="1200" dirty="0"/>
            <a:t>Brain</a:t>
          </a:r>
        </a:p>
      </dsp:txBody>
      <dsp:txXfrm>
        <a:off x="412987" y="0"/>
        <a:ext cx="414416" cy="389716"/>
      </dsp:txXfrm>
    </dsp:sp>
    <dsp:sp modelId="{D96ABD04-683C-4FA2-B579-9921557BFDC9}">
      <dsp:nvSpPr>
        <dsp:cNvPr id="0" name=""/>
        <dsp:cNvSpPr/>
      </dsp:nvSpPr>
      <dsp:spPr>
        <a:xfrm>
          <a:off x="207208" y="389716"/>
          <a:ext cx="828833" cy="389716"/>
        </a:xfrm>
        <a:prstGeom prst="trapezoid">
          <a:avLst>
            <a:gd name="adj" fmla="val 53169"/>
          </a:avLst>
        </a:prstGeom>
        <a:solidFill>
          <a:srgbClr val="9B103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b" anchorCtr="0">
          <a:noAutofit/>
        </a:bodyPr>
        <a:lstStyle/>
        <a:p>
          <a:pPr marL="0" lvl="0" indent="0" algn="ctr" defTabSz="266700">
            <a:lnSpc>
              <a:spcPct val="90000"/>
            </a:lnSpc>
            <a:spcBef>
              <a:spcPct val="0"/>
            </a:spcBef>
            <a:spcAft>
              <a:spcPct val="35000"/>
            </a:spcAft>
            <a:buNone/>
          </a:pPr>
          <a:r>
            <a:rPr lang="en-GB" sz="600" b="1" kern="1200" dirty="0"/>
            <a:t>Cognition</a:t>
          </a:r>
        </a:p>
      </dsp:txBody>
      <dsp:txXfrm>
        <a:off x="352254" y="389716"/>
        <a:ext cx="538742" cy="389716"/>
      </dsp:txXfrm>
    </dsp:sp>
    <dsp:sp modelId="{A63169E1-A285-471F-A963-9388C5620DDD}">
      <dsp:nvSpPr>
        <dsp:cNvPr id="0" name=""/>
        <dsp:cNvSpPr/>
      </dsp:nvSpPr>
      <dsp:spPr>
        <a:xfrm>
          <a:off x="0" y="779432"/>
          <a:ext cx="1243251" cy="389716"/>
        </a:xfrm>
        <a:prstGeom prst="trapezoid">
          <a:avLst>
            <a:gd name="adj" fmla="val 53169"/>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b" anchorCtr="0">
          <a:noAutofit/>
        </a:bodyPr>
        <a:lstStyle/>
        <a:p>
          <a:pPr marL="0" lvl="0" indent="0" algn="ctr" defTabSz="266700">
            <a:lnSpc>
              <a:spcPct val="90000"/>
            </a:lnSpc>
            <a:spcBef>
              <a:spcPct val="0"/>
            </a:spcBef>
            <a:spcAft>
              <a:spcPct val="35000"/>
            </a:spcAft>
            <a:buNone/>
          </a:pPr>
          <a:r>
            <a:rPr lang="en-GB" sz="600" b="1" kern="1200" dirty="0" err="1"/>
            <a:t>Behavior</a:t>
          </a:r>
          <a:endParaRPr lang="en-GB" sz="600" b="1" kern="1200" dirty="0"/>
        </a:p>
      </dsp:txBody>
      <dsp:txXfrm>
        <a:off x="217568" y="779432"/>
        <a:ext cx="808113" cy="3897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8B381-6240-44CD-9DAA-CC638CDD4A43}">
      <dsp:nvSpPr>
        <dsp:cNvPr id="0" name=""/>
        <dsp:cNvSpPr/>
      </dsp:nvSpPr>
      <dsp:spPr>
        <a:xfrm>
          <a:off x="412987" y="0"/>
          <a:ext cx="414416" cy="389716"/>
        </a:xfrm>
        <a:prstGeom prst="trapezoid">
          <a:avLst>
            <a:gd name="adj" fmla="val 53169"/>
          </a:avLst>
        </a:prstGeom>
        <a:solidFill>
          <a:srgbClr val="9B103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860" tIns="22860" rIns="22860" bIns="22860" numCol="1" spcCol="1270" anchor="b" anchorCtr="0">
          <a:noAutofit/>
        </a:bodyPr>
        <a:lstStyle/>
        <a:p>
          <a:pPr marL="0" lvl="0" indent="0" algn="ctr" defTabSz="800100">
            <a:lnSpc>
              <a:spcPct val="90000"/>
            </a:lnSpc>
            <a:spcBef>
              <a:spcPct val="0"/>
            </a:spcBef>
            <a:spcAft>
              <a:spcPct val="35000"/>
            </a:spcAft>
            <a:buNone/>
          </a:pPr>
          <a:endParaRPr lang="en-GB" sz="1800" kern="1200" dirty="0"/>
        </a:p>
        <a:p>
          <a:pPr marL="0" lvl="0" indent="0" algn="ctr" defTabSz="800100">
            <a:lnSpc>
              <a:spcPct val="90000"/>
            </a:lnSpc>
            <a:spcBef>
              <a:spcPct val="0"/>
            </a:spcBef>
            <a:spcAft>
              <a:spcPct val="35000"/>
            </a:spcAft>
            <a:buNone/>
          </a:pPr>
          <a:r>
            <a:rPr lang="en-GB" sz="600" b="1" kern="1200" dirty="0"/>
            <a:t>Brain</a:t>
          </a:r>
        </a:p>
      </dsp:txBody>
      <dsp:txXfrm>
        <a:off x="412987" y="0"/>
        <a:ext cx="414416" cy="389716"/>
      </dsp:txXfrm>
    </dsp:sp>
    <dsp:sp modelId="{D96ABD04-683C-4FA2-B579-9921557BFDC9}">
      <dsp:nvSpPr>
        <dsp:cNvPr id="0" name=""/>
        <dsp:cNvSpPr/>
      </dsp:nvSpPr>
      <dsp:spPr>
        <a:xfrm>
          <a:off x="207208" y="389716"/>
          <a:ext cx="828833" cy="389716"/>
        </a:xfrm>
        <a:prstGeom prst="trapezoid">
          <a:avLst>
            <a:gd name="adj" fmla="val 53169"/>
          </a:avLst>
        </a:prstGeom>
        <a:no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b" anchorCtr="0">
          <a:noAutofit/>
        </a:bodyPr>
        <a:lstStyle/>
        <a:p>
          <a:pPr marL="0" lvl="0" indent="0" algn="ctr" defTabSz="266700">
            <a:lnSpc>
              <a:spcPct val="90000"/>
            </a:lnSpc>
            <a:spcBef>
              <a:spcPct val="0"/>
            </a:spcBef>
            <a:spcAft>
              <a:spcPct val="35000"/>
            </a:spcAft>
            <a:buNone/>
          </a:pPr>
          <a:r>
            <a:rPr lang="en-GB" sz="600" b="1" kern="1200" dirty="0"/>
            <a:t>Cognition</a:t>
          </a:r>
        </a:p>
      </dsp:txBody>
      <dsp:txXfrm>
        <a:off x="352254" y="389716"/>
        <a:ext cx="538742" cy="389716"/>
      </dsp:txXfrm>
    </dsp:sp>
    <dsp:sp modelId="{A63169E1-A285-471F-A963-9388C5620DDD}">
      <dsp:nvSpPr>
        <dsp:cNvPr id="0" name=""/>
        <dsp:cNvSpPr/>
      </dsp:nvSpPr>
      <dsp:spPr>
        <a:xfrm>
          <a:off x="0" y="779432"/>
          <a:ext cx="1243251" cy="389716"/>
        </a:xfrm>
        <a:prstGeom prst="trapezoid">
          <a:avLst>
            <a:gd name="adj" fmla="val 53169"/>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b" anchorCtr="0">
          <a:noAutofit/>
        </a:bodyPr>
        <a:lstStyle/>
        <a:p>
          <a:pPr marL="0" lvl="0" indent="0" algn="ctr" defTabSz="266700">
            <a:lnSpc>
              <a:spcPct val="90000"/>
            </a:lnSpc>
            <a:spcBef>
              <a:spcPct val="0"/>
            </a:spcBef>
            <a:spcAft>
              <a:spcPct val="35000"/>
            </a:spcAft>
            <a:buNone/>
          </a:pPr>
          <a:r>
            <a:rPr lang="en-GB" sz="600" b="1" kern="1200" dirty="0" err="1"/>
            <a:t>Behavior</a:t>
          </a:r>
          <a:endParaRPr lang="en-GB" sz="600" b="1" kern="1200" dirty="0"/>
        </a:p>
      </dsp:txBody>
      <dsp:txXfrm>
        <a:off x="217568" y="779432"/>
        <a:ext cx="808113" cy="3897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8B381-6240-44CD-9DAA-CC638CDD4A43}">
      <dsp:nvSpPr>
        <dsp:cNvPr id="0" name=""/>
        <dsp:cNvSpPr/>
      </dsp:nvSpPr>
      <dsp:spPr>
        <a:xfrm>
          <a:off x="412987" y="0"/>
          <a:ext cx="414416" cy="389716"/>
        </a:xfrm>
        <a:prstGeom prst="trapezoid">
          <a:avLst>
            <a:gd name="adj" fmla="val 53169"/>
          </a:avLst>
        </a:prstGeom>
        <a:solidFill>
          <a:srgbClr val="9B103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2860" tIns="22860" rIns="22860" bIns="22860" numCol="1" spcCol="1270" anchor="b" anchorCtr="0">
          <a:noAutofit/>
        </a:bodyPr>
        <a:lstStyle/>
        <a:p>
          <a:pPr marL="0" lvl="0" indent="0" algn="ctr" defTabSz="800100">
            <a:lnSpc>
              <a:spcPct val="90000"/>
            </a:lnSpc>
            <a:spcBef>
              <a:spcPct val="0"/>
            </a:spcBef>
            <a:spcAft>
              <a:spcPct val="35000"/>
            </a:spcAft>
            <a:buNone/>
          </a:pPr>
          <a:endParaRPr lang="en-GB" sz="1800" kern="1200" dirty="0"/>
        </a:p>
        <a:p>
          <a:pPr marL="0" lvl="0" indent="0" algn="ctr" defTabSz="800100">
            <a:lnSpc>
              <a:spcPct val="90000"/>
            </a:lnSpc>
            <a:spcBef>
              <a:spcPct val="0"/>
            </a:spcBef>
            <a:spcAft>
              <a:spcPct val="35000"/>
            </a:spcAft>
            <a:buNone/>
          </a:pPr>
          <a:r>
            <a:rPr lang="en-GB" sz="600" b="1" kern="1200" dirty="0"/>
            <a:t>Brain</a:t>
          </a:r>
        </a:p>
      </dsp:txBody>
      <dsp:txXfrm>
        <a:off x="412987" y="0"/>
        <a:ext cx="414416" cy="389716"/>
      </dsp:txXfrm>
    </dsp:sp>
    <dsp:sp modelId="{D96ABD04-683C-4FA2-B579-9921557BFDC9}">
      <dsp:nvSpPr>
        <dsp:cNvPr id="0" name=""/>
        <dsp:cNvSpPr/>
      </dsp:nvSpPr>
      <dsp:spPr>
        <a:xfrm>
          <a:off x="207208" y="389716"/>
          <a:ext cx="828833" cy="389716"/>
        </a:xfrm>
        <a:prstGeom prst="trapezoid">
          <a:avLst>
            <a:gd name="adj" fmla="val 53169"/>
          </a:avLst>
        </a:prstGeom>
        <a:solidFill>
          <a:srgbClr val="9B1030"/>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b" anchorCtr="0">
          <a:noAutofit/>
        </a:bodyPr>
        <a:lstStyle/>
        <a:p>
          <a:pPr marL="0" lvl="0" indent="0" algn="ctr" defTabSz="266700">
            <a:lnSpc>
              <a:spcPct val="90000"/>
            </a:lnSpc>
            <a:spcBef>
              <a:spcPct val="0"/>
            </a:spcBef>
            <a:spcAft>
              <a:spcPct val="35000"/>
            </a:spcAft>
            <a:buNone/>
          </a:pPr>
          <a:r>
            <a:rPr lang="en-GB" sz="600" b="1" kern="1200" dirty="0"/>
            <a:t>Cognition</a:t>
          </a:r>
        </a:p>
      </dsp:txBody>
      <dsp:txXfrm>
        <a:off x="352254" y="389716"/>
        <a:ext cx="538742" cy="389716"/>
      </dsp:txXfrm>
    </dsp:sp>
    <dsp:sp modelId="{A63169E1-A285-471F-A963-9388C5620DDD}">
      <dsp:nvSpPr>
        <dsp:cNvPr id="0" name=""/>
        <dsp:cNvSpPr/>
      </dsp:nvSpPr>
      <dsp:spPr>
        <a:xfrm>
          <a:off x="0" y="779432"/>
          <a:ext cx="1243251" cy="389716"/>
        </a:xfrm>
        <a:prstGeom prst="trapezoid">
          <a:avLst>
            <a:gd name="adj" fmla="val 53169"/>
          </a:avLst>
        </a:prstGeom>
        <a:solidFill>
          <a:schemeClr val="l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7620" tIns="7620" rIns="7620" bIns="7620" numCol="1" spcCol="1270" anchor="b" anchorCtr="0">
          <a:noAutofit/>
        </a:bodyPr>
        <a:lstStyle/>
        <a:p>
          <a:pPr marL="0" lvl="0" indent="0" algn="ctr" defTabSz="266700">
            <a:lnSpc>
              <a:spcPct val="90000"/>
            </a:lnSpc>
            <a:spcBef>
              <a:spcPct val="0"/>
            </a:spcBef>
            <a:spcAft>
              <a:spcPct val="35000"/>
            </a:spcAft>
            <a:buNone/>
          </a:pPr>
          <a:r>
            <a:rPr lang="en-GB" sz="600" b="1" kern="1200" dirty="0" err="1"/>
            <a:t>Behavior</a:t>
          </a:r>
          <a:endParaRPr lang="en-GB" sz="600" b="1" kern="1200" dirty="0"/>
        </a:p>
      </dsp:txBody>
      <dsp:txXfrm>
        <a:off x="217568" y="779432"/>
        <a:ext cx="808113" cy="389716"/>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AD88EF-41A4-4FAE-B610-2F846E32EC9C}" type="datetimeFigureOut">
              <a:rPr lang="en-GB" smtClean="0"/>
              <a:t>26/11/2024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CE868C-0FF7-406D-AE4D-25DEACBB4144}" type="slidenum">
              <a:rPr lang="en-GB" smtClean="0"/>
              <a:t>‹#›</a:t>
            </a:fld>
            <a:endParaRPr lang="en-GB"/>
          </a:p>
        </p:txBody>
      </p:sp>
    </p:spTree>
    <p:extLst>
      <p:ext uri="{BB962C8B-B14F-4D97-AF65-F5344CB8AC3E}">
        <p14:creationId xmlns:p14="http://schemas.microsoft.com/office/powerpoint/2010/main" val="2453554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97351-15B3-2BCE-6C4E-412ADF8E331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7F62D7C-4E10-3730-C3AB-072ACBAE85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D4130C3-BF9F-D83F-9483-1F1D513074FE}"/>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5" name="Footer Placeholder 4">
            <a:extLst>
              <a:ext uri="{FF2B5EF4-FFF2-40B4-BE49-F238E27FC236}">
                <a16:creationId xmlns:a16="http://schemas.microsoft.com/office/drawing/2014/main" id="{7F7A97BC-1126-B122-645A-7300F296339B}"/>
              </a:ext>
            </a:extLst>
          </p:cNvPr>
          <p:cNvSpPr>
            <a:spLocks noGrp="1"/>
          </p:cNvSpPr>
          <p:nvPr>
            <p:ph type="ftr" sz="quarter" idx="11"/>
          </p:nvPr>
        </p:nvSpPr>
        <p:spPr/>
        <p:txBody>
          <a:bodyPr/>
          <a:lstStyle/>
          <a:p>
            <a:r>
              <a:rPr lang="en-GB" dirty="0"/>
              <a:t>DGPPN 2024</a:t>
            </a:r>
          </a:p>
        </p:txBody>
      </p:sp>
      <p:sp>
        <p:nvSpPr>
          <p:cNvPr id="6" name="Slide Number Placeholder 5">
            <a:extLst>
              <a:ext uri="{FF2B5EF4-FFF2-40B4-BE49-F238E27FC236}">
                <a16:creationId xmlns:a16="http://schemas.microsoft.com/office/drawing/2014/main" id="{506BB908-5746-AF8D-AA78-DC78C2DFF07E}"/>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4071869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B5114-DC23-FDDA-2067-07925592AD1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2BBEAE9B-A986-C8CE-BD72-770E1F4C4F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F5E3B32-5556-A4B3-76F1-D8D01CD1F19C}"/>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5" name="Footer Placeholder 4">
            <a:extLst>
              <a:ext uri="{FF2B5EF4-FFF2-40B4-BE49-F238E27FC236}">
                <a16:creationId xmlns:a16="http://schemas.microsoft.com/office/drawing/2014/main" id="{51F27783-AFFC-48B0-30E0-5727FE8E2C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837F315-1F01-03DE-4E50-E698A738287A}"/>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344758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18477-FA78-DA1A-7404-EF2E8BEEA56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CCE7856-55C0-97E8-385A-0F5BEEA5875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C1A664F-2FFF-D535-4377-415C2B24A188}"/>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5" name="Footer Placeholder 4">
            <a:extLst>
              <a:ext uri="{FF2B5EF4-FFF2-40B4-BE49-F238E27FC236}">
                <a16:creationId xmlns:a16="http://schemas.microsoft.com/office/drawing/2014/main" id="{7A493801-DC9E-2808-62FE-01D59CD55C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D6D081-7BC1-28D7-455C-7835F7EF343F}"/>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17967269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AB0A89-ACDC-E209-7AA8-15945E7A88DE}"/>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010B4575-FD3B-25D7-7336-D067A49CEB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D01399D-747E-4A93-C053-1C6F99F8B4E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633ABF4-343B-BD0E-787B-1BDEE08D5F0C}"/>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6" name="Footer Placeholder 5">
            <a:extLst>
              <a:ext uri="{FF2B5EF4-FFF2-40B4-BE49-F238E27FC236}">
                <a16:creationId xmlns:a16="http://schemas.microsoft.com/office/drawing/2014/main" id="{20781ECF-CBCC-8909-3967-04EDDEAA5D8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E0C2B5E-146F-DC23-F696-B89740CF15A0}"/>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1732154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AADA5-C0F8-423B-8D3F-32790B37D193}"/>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A6BC88E-1736-041F-AD4D-9A1C29F0AE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899BA46-46E2-404F-91DE-0FD179CFE48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ACE91EA8-1C6E-76B5-B1F9-9D76191CC49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358726-FEA8-8E3B-D4C5-C71831A5905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2294DA8-858A-A885-AEBA-429FD7958828}"/>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8" name="Footer Placeholder 7">
            <a:extLst>
              <a:ext uri="{FF2B5EF4-FFF2-40B4-BE49-F238E27FC236}">
                <a16:creationId xmlns:a16="http://schemas.microsoft.com/office/drawing/2014/main" id="{00EEB547-6A14-C25B-33F7-13698D77030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B47B548-88EE-21F2-ED9F-52A2FBAD39E6}"/>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31479091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0338B-E107-9A38-7A13-8DA6255EA318}"/>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A6E75146-3D0D-65AB-3F23-C19B4211BC18}"/>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4" name="Footer Placeholder 3">
            <a:extLst>
              <a:ext uri="{FF2B5EF4-FFF2-40B4-BE49-F238E27FC236}">
                <a16:creationId xmlns:a16="http://schemas.microsoft.com/office/drawing/2014/main" id="{44AF0808-E4CF-56B9-8FD9-7A20599A9E7F}"/>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0C30F67-0CCC-2B9A-0221-F4BE3C6348D4}"/>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288909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1CAC3E5-7A32-E3AF-704D-5BD265965D8B}"/>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3" name="Footer Placeholder 2">
            <a:extLst>
              <a:ext uri="{FF2B5EF4-FFF2-40B4-BE49-F238E27FC236}">
                <a16:creationId xmlns:a16="http://schemas.microsoft.com/office/drawing/2014/main" id="{6E282AF1-650B-349F-E5EA-D54CC8A02222}"/>
              </a:ext>
            </a:extLst>
          </p:cNvPr>
          <p:cNvSpPr>
            <a:spLocks noGrp="1"/>
          </p:cNvSpPr>
          <p:nvPr>
            <p:ph type="ftr" sz="quarter" idx="11"/>
          </p:nvPr>
        </p:nvSpPr>
        <p:spPr/>
        <p:txBody>
          <a:bodyPr/>
          <a:lstStyle/>
          <a:p>
            <a:r>
              <a:rPr lang="en-GB" dirty="0"/>
              <a:t>DGPPN 2024</a:t>
            </a:r>
          </a:p>
        </p:txBody>
      </p:sp>
      <p:sp>
        <p:nvSpPr>
          <p:cNvPr id="4" name="Slide Number Placeholder 3">
            <a:extLst>
              <a:ext uri="{FF2B5EF4-FFF2-40B4-BE49-F238E27FC236}">
                <a16:creationId xmlns:a16="http://schemas.microsoft.com/office/drawing/2014/main" id="{FD984674-BE63-E0E9-A821-CCA4B428F20B}"/>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24666634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E17CD-CDA0-A1CF-C2AB-82FE20C5FFC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F35D5A3-202B-71BE-D5CD-A1ABBF3FD2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1FEC1FD2-2954-9C49-A5B6-170BF1473A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EED9B4-673C-2192-6576-F8ECED8F01E7}"/>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6" name="Footer Placeholder 5">
            <a:extLst>
              <a:ext uri="{FF2B5EF4-FFF2-40B4-BE49-F238E27FC236}">
                <a16:creationId xmlns:a16="http://schemas.microsoft.com/office/drawing/2014/main" id="{E39A9214-6863-40BF-FC70-16642B8BB33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839FE022-BFD6-79BE-C5F2-1649D20B490D}"/>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8577526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7DBA0-748A-F392-5940-2143997D288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B4BD5CDE-CF28-D761-7B7F-A00CC870929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BB53CCD-B28C-0222-922C-80C76DEF27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CCA7B8-71F4-7340-145E-A6C0163C7D25}"/>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6" name="Footer Placeholder 5">
            <a:extLst>
              <a:ext uri="{FF2B5EF4-FFF2-40B4-BE49-F238E27FC236}">
                <a16:creationId xmlns:a16="http://schemas.microsoft.com/office/drawing/2014/main" id="{FACFB9E4-5165-C880-9BA0-F651E46113B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402DAE-2B78-16F0-8664-B3C73D262FB0}"/>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548701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B2AC8-1436-85D1-4FE1-317BDEFB250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8206C913-220D-3C57-F7F5-015A9F1919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389561-1995-57A8-9EA8-2266253BD07C}"/>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5" name="Footer Placeholder 4">
            <a:extLst>
              <a:ext uri="{FF2B5EF4-FFF2-40B4-BE49-F238E27FC236}">
                <a16:creationId xmlns:a16="http://schemas.microsoft.com/office/drawing/2014/main" id="{0BA532B4-0AD4-F276-A9AF-684D126CB9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9C10496-F602-BC07-01B8-34560A41F3ED}"/>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3728691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2963C5A-F09B-93D0-11B8-C83E0DC22F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C3235731-6AEE-BDD5-1508-BCA1FA7F67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F7DD5D9-2AE6-123C-5CAE-BBBD862C8E54}"/>
              </a:ext>
            </a:extLst>
          </p:cNvPr>
          <p:cNvSpPr>
            <a:spLocks noGrp="1"/>
          </p:cNvSpPr>
          <p:nvPr>
            <p:ph type="dt" sz="half" idx="10"/>
          </p:nvPr>
        </p:nvSpPr>
        <p:spPr/>
        <p:txBody>
          <a:bodyPr/>
          <a:lstStyle/>
          <a:p>
            <a:fld id="{026F8B52-DA50-4A68-945E-94145B0DDCBA}" type="datetimeFigureOut">
              <a:rPr lang="en-GB" smtClean="0"/>
              <a:t>26/11/2024</a:t>
            </a:fld>
            <a:endParaRPr lang="en-GB"/>
          </a:p>
        </p:txBody>
      </p:sp>
      <p:sp>
        <p:nvSpPr>
          <p:cNvPr id="5" name="Footer Placeholder 4">
            <a:extLst>
              <a:ext uri="{FF2B5EF4-FFF2-40B4-BE49-F238E27FC236}">
                <a16:creationId xmlns:a16="http://schemas.microsoft.com/office/drawing/2014/main" id="{5765DB38-2D5F-A0BC-AA2D-AC968AF142C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FAEBD2-7432-F1E6-988F-99A1AB772964}"/>
              </a:ext>
            </a:extLst>
          </p:cNvPr>
          <p:cNvSpPr>
            <a:spLocks noGrp="1"/>
          </p:cNvSpPr>
          <p:nvPr>
            <p:ph type="sldNum" sz="quarter" idx="12"/>
          </p:nvPr>
        </p:nvSpPr>
        <p:spPr/>
        <p:txBody>
          <a:bodyPr/>
          <a:lstStyle/>
          <a:p>
            <a:fld id="{4F59A019-0987-4DC3-8A97-FF53C8C4E95F}" type="slidenum">
              <a:rPr lang="en-GB" smtClean="0"/>
              <a:t>‹#›</a:t>
            </a:fld>
            <a:endParaRPr lang="en-GB"/>
          </a:p>
        </p:txBody>
      </p:sp>
    </p:spTree>
    <p:extLst>
      <p:ext uri="{BB962C8B-B14F-4D97-AF65-F5344CB8AC3E}">
        <p14:creationId xmlns:p14="http://schemas.microsoft.com/office/powerpoint/2010/main" val="1862610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42E095-64CF-6F7E-CE2E-A758F0305C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21DD3E8-EA0A-1F56-F1D4-D14B626771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252097C-8604-3564-C618-ED3EDB13F56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26F8B52-DA50-4A68-945E-94145B0DDCBA}" type="datetimeFigureOut">
              <a:rPr lang="en-GB" smtClean="0"/>
              <a:t>26/11/2024</a:t>
            </a:fld>
            <a:endParaRPr lang="en-GB"/>
          </a:p>
        </p:txBody>
      </p:sp>
      <p:sp>
        <p:nvSpPr>
          <p:cNvPr id="5" name="Footer Placeholder 4">
            <a:extLst>
              <a:ext uri="{FF2B5EF4-FFF2-40B4-BE49-F238E27FC236}">
                <a16:creationId xmlns:a16="http://schemas.microsoft.com/office/drawing/2014/main" id="{5AEC1885-E25B-62FB-B4A5-7FD290B327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8F6325AE-A2CD-E867-B6D8-106DFCA961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F59A019-0987-4DC3-8A97-FF53C8C4E95F}" type="slidenum">
              <a:rPr lang="en-GB" smtClean="0"/>
              <a:t>‹#›</a:t>
            </a:fld>
            <a:endParaRPr lang="en-GB"/>
          </a:p>
        </p:txBody>
      </p:sp>
    </p:spTree>
    <p:extLst>
      <p:ext uri="{BB962C8B-B14F-4D97-AF65-F5344CB8AC3E}">
        <p14:creationId xmlns:p14="http://schemas.microsoft.com/office/powerpoint/2010/main" val="14065974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svg"/><Relationship Id="rId3" Type="http://schemas.openxmlformats.org/officeDocument/2006/relationships/image" Target="../media/image4.svg"/><Relationship Id="rId7" Type="http://schemas.openxmlformats.org/officeDocument/2006/relationships/image" Target="../media/image8.sv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3" Type="http://schemas.openxmlformats.org/officeDocument/2006/relationships/diagramLayout" Target="../diagrams/layout1.xml"/><Relationship Id="rId7" Type="http://schemas.openxmlformats.org/officeDocument/2006/relationships/image" Target="../media/image15.png"/><Relationship Id="rId12" Type="http://schemas.openxmlformats.org/officeDocument/2006/relationships/image" Target="../media/image20.svg"/><Relationship Id="rId2" Type="http://schemas.openxmlformats.org/officeDocument/2006/relationships/diagramData" Target="../diagrams/data1.xml"/><Relationship Id="rId16" Type="http://schemas.openxmlformats.org/officeDocument/2006/relationships/image" Target="../media/image24.svg"/><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19.png"/><Relationship Id="rId5" Type="http://schemas.openxmlformats.org/officeDocument/2006/relationships/diagramColors" Target="../diagrams/colors1.xml"/><Relationship Id="rId15" Type="http://schemas.openxmlformats.org/officeDocument/2006/relationships/image" Target="../media/image23.png"/><Relationship Id="rId10" Type="http://schemas.openxmlformats.org/officeDocument/2006/relationships/image" Target="../media/image18.svg"/><Relationship Id="rId4" Type="http://schemas.openxmlformats.org/officeDocument/2006/relationships/diagramQuickStyle" Target="../diagrams/quickStyle1.xml"/><Relationship Id="rId9" Type="http://schemas.openxmlformats.org/officeDocument/2006/relationships/image" Target="../media/image17.png"/><Relationship Id="rId14" Type="http://schemas.openxmlformats.org/officeDocument/2006/relationships/image" Target="../media/image22.svg"/></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2.xml"/><Relationship Id="rId13" Type="http://schemas.openxmlformats.org/officeDocument/2006/relationships/image" Target="../media/image16.svg"/><Relationship Id="rId18" Type="http://schemas.openxmlformats.org/officeDocument/2006/relationships/image" Target="../media/image21.png"/><Relationship Id="rId3" Type="http://schemas.openxmlformats.org/officeDocument/2006/relationships/image" Target="../media/image26.tif"/><Relationship Id="rId21" Type="http://schemas.openxmlformats.org/officeDocument/2006/relationships/image" Target="../media/image24.svg"/><Relationship Id="rId7" Type="http://schemas.openxmlformats.org/officeDocument/2006/relationships/diagramData" Target="../diagrams/data2.xml"/><Relationship Id="rId12" Type="http://schemas.openxmlformats.org/officeDocument/2006/relationships/image" Target="../media/image15.png"/><Relationship Id="rId17" Type="http://schemas.openxmlformats.org/officeDocument/2006/relationships/image" Target="../media/image20.svg"/><Relationship Id="rId2" Type="http://schemas.openxmlformats.org/officeDocument/2006/relationships/image" Target="../media/image25.jpeg"/><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9.png"/><Relationship Id="rId11" Type="http://schemas.microsoft.com/office/2007/relationships/diagramDrawing" Target="../diagrams/drawing2.xml"/><Relationship Id="rId5" Type="http://schemas.openxmlformats.org/officeDocument/2006/relationships/image" Target="../media/image28.gif"/><Relationship Id="rId15" Type="http://schemas.openxmlformats.org/officeDocument/2006/relationships/image" Target="../media/image18.svg"/><Relationship Id="rId23" Type="http://schemas.openxmlformats.org/officeDocument/2006/relationships/image" Target="../media/image31.svg"/><Relationship Id="rId10" Type="http://schemas.openxmlformats.org/officeDocument/2006/relationships/diagramColors" Target="../diagrams/colors2.xml"/><Relationship Id="rId19" Type="http://schemas.openxmlformats.org/officeDocument/2006/relationships/image" Target="../media/image22.svg"/><Relationship Id="rId4" Type="http://schemas.openxmlformats.org/officeDocument/2006/relationships/image" Target="../media/image27.gif"/><Relationship Id="rId9" Type="http://schemas.openxmlformats.org/officeDocument/2006/relationships/diagramQuickStyle" Target="../diagrams/quickStyle2.xml"/><Relationship Id="rId14" Type="http://schemas.openxmlformats.org/officeDocument/2006/relationships/image" Target="../media/image17.png"/><Relationship Id="rId22" Type="http://schemas.openxmlformats.org/officeDocument/2006/relationships/image" Target="../media/image30.pn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3.xml"/><Relationship Id="rId13" Type="http://schemas.openxmlformats.org/officeDocument/2006/relationships/image" Target="../media/image18.svg"/><Relationship Id="rId18" Type="http://schemas.openxmlformats.org/officeDocument/2006/relationships/image" Target="../media/image23.png"/><Relationship Id="rId3" Type="http://schemas.openxmlformats.org/officeDocument/2006/relationships/image" Target="../media/image33.png"/><Relationship Id="rId7" Type="http://schemas.openxmlformats.org/officeDocument/2006/relationships/diagramQuickStyle" Target="../diagrams/quickStyle3.xml"/><Relationship Id="rId12" Type="http://schemas.openxmlformats.org/officeDocument/2006/relationships/image" Target="../media/image17.png"/><Relationship Id="rId17" Type="http://schemas.openxmlformats.org/officeDocument/2006/relationships/image" Target="../media/image22.svg"/><Relationship Id="rId2" Type="http://schemas.openxmlformats.org/officeDocument/2006/relationships/image" Target="../media/image32.png"/><Relationship Id="rId16"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diagramLayout" Target="../diagrams/layout3.xml"/><Relationship Id="rId11" Type="http://schemas.openxmlformats.org/officeDocument/2006/relationships/image" Target="../media/image16.svg"/><Relationship Id="rId5" Type="http://schemas.openxmlformats.org/officeDocument/2006/relationships/diagramData" Target="../diagrams/data3.xml"/><Relationship Id="rId15" Type="http://schemas.openxmlformats.org/officeDocument/2006/relationships/image" Target="../media/image20.svg"/><Relationship Id="rId10" Type="http://schemas.openxmlformats.org/officeDocument/2006/relationships/image" Target="../media/image15.png"/><Relationship Id="rId19" Type="http://schemas.openxmlformats.org/officeDocument/2006/relationships/image" Target="../media/image24.svg"/><Relationship Id="rId4" Type="http://schemas.openxmlformats.org/officeDocument/2006/relationships/image" Target="../media/image34.svg"/><Relationship Id="rId9" Type="http://schemas.microsoft.com/office/2007/relationships/diagramDrawing" Target="../diagrams/drawing3.xml"/><Relationship Id="rId14" Type="http://schemas.openxmlformats.org/officeDocument/2006/relationships/image" Target="../media/image19.png"/></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image" Target="../media/image16.svg"/><Relationship Id="rId18" Type="http://schemas.openxmlformats.org/officeDocument/2006/relationships/image" Target="../media/image21.png"/><Relationship Id="rId3" Type="http://schemas.openxmlformats.org/officeDocument/2006/relationships/image" Target="../media/image36.jpeg"/><Relationship Id="rId21" Type="http://schemas.openxmlformats.org/officeDocument/2006/relationships/image" Target="../media/image24.svg"/><Relationship Id="rId7" Type="http://schemas.openxmlformats.org/officeDocument/2006/relationships/diagramData" Target="../diagrams/data4.xml"/><Relationship Id="rId12" Type="http://schemas.openxmlformats.org/officeDocument/2006/relationships/image" Target="../media/image15.png"/><Relationship Id="rId17" Type="http://schemas.openxmlformats.org/officeDocument/2006/relationships/image" Target="../media/image20.svg"/><Relationship Id="rId2" Type="http://schemas.openxmlformats.org/officeDocument/2006/relationships/image" Target="../media/image35.png"/><Relationship Id="rId16" Type="http://schemas.openxmlformats.org/officeDocument/2006/relationships/image" Target="../media/image19.png"/><Relationship Id="rId20"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39.png"/><Relationship Id="rId11" Type="http://schemas.microsoft.com/office/2007/relationships/diagramDrawing" Target="../diagrams/drawing4.xml"/><Relationship Id="rId5" Type="http://schemas.openxmlformats.org/officeDocument/2006/relationships/image" Target="../media/image38.png"/><Relationship Id="rId15" Type="http://schemas.openxmlformats.org/officeDocument/2006/relationships/image" Target="../media/image18.svg"/><Relationship Id="rId10" Type="http://schemas.openxmlformats.org/officeDocument/2006/relationships/diagramColors" Target="../diagrams/colors4.xml"/><Relationship Id="rId19" Type="http://schemas.openxmlformats.org/officeDocument/2006/relationships/image" Target="../media/image22.svg"/><Relationship Id="rId4" Type="http://schemas.openxmlformats.org/officeDocument/2006/relationships/image" Target="../media/image37.png"/><Relationship Id="rId9" Type="http://schemas.openxmlformats.org/officeDocument/2006/relationships/diagramQuickStyle" Target="../diagrams/quickStyle4.xml"/><Relationship Id="rId14" Type="http://schemas.openxmlformats.org/officeDocument/2006/relationships/image" Target="../media/image17.png"/></Relationships>
</file>

<file path=ppt/slides/_rels/slide7.xml.rels><?xml version="1.0" encoding="UTF-8" standalone="yes"?>
<Relationships xmlns="http://schemas.openxmlformats.org/package/2006/relationships"><Relationship Id="rId8" Type="http://schemas.openxmlformats.org/officeDocument/2006/relationships/image" Target="../media/image16.svg"/><Relationship Id="rId13" Type="http://schemas.openxmlformats.org/officeDocument/2006/relationships/image" Target="../media/image21.png"/><Relationship Id="rId18" Type="http://schemas.openxmlformats.org/officeDocument/2006/relationships/image" Target="../media/image41.jpg"/><Relationship Id="rId3" Type="http://schemas.openxmlformats.org/officeDocument/2006/relationships/diagramLayout" Target="../diagrams/layout5.xml"/><Relationship Id="rId21" Type="http://schemas.openxmlformats.org/officeDocument/2006/relationships/image" Target="../media/image43.png"/><Relationship Id="rId7" Type="http://schemas.openxmlformats.org/officeDocument/2006/relationships/image" Target="../media/image15.png"/><Relationship Id="rId12" Type="http://schemas.openxmlformats.org/officeDocument/2006/relationships/image" Target="../media/image20.svg"/><Relationship Id="rId17" Type="http://schemas.openxmlformats.org/officeDocument/2006/relationships/image" Target="../media/image40.jpeg"/><Relationship Id="rId2" Type="http://schemas.openxmlformats.org/officeDocument/2006/relationships/diagramData" Target="../diagrams/data5.xml"/><Relationship Id="rId16" Type="http://schemas.openxmlformats.org/officeDocument/2006/relationships/image" Target="../media/image24.svg"/><Relationship Id="rId20" Type="http://schemas.openxmlformats.org/officeDocument/2006/relationships/image" Target="../media/image37.png"/><Relationship Id="rId1" Type="http://schemas.openxmlformats.org/officeDocument/2006/relationships/slideLayout" Target="../slideLayouts/slideLayout2.xml"/><Relationship Id="rId6" Type="http://schemas.microsoft.com/office/2007/relationships/diagramDrawing" Target="../diagrams/drawing5.xml"/><Relationship Id="rId11" Type="http://schemas.openxmlformats.org/officeDocument/2006/relationships/image" Target="../media/image19.png"/><Relationship Id="rId24" Type="http://schemas.openxmlformats.org/officeDocument/2006/relationships/image" Target="../media/image46.svg"/><Relationship Id="rId5" Type="http://schemas.openxmlformats.org/officeDocument/2006/relationships/diagramColors" Target="../diagrams/colors5.xml"/><Relationship Id="rId15" Type="http://schemas.openxmlformats.org/officeDocument/2006/relationships/image" Target="../media/image23.png"/><Relationship Id="rId23" Type="http://schemas.openxmlformats.org/officeDocument/2006/relationships/image" Target="../media/image45.png"/><Relationship Id="rId10" Type="http://schemas.openxmlformats.org/officeDocument/2006/relationships/image" Target="../media/image18.svg"/><Relationship Id="rId19" Type="http://schemas.openxmlformats.org/officeDocument/2006/relationships/image" Target="../media/image42.png"/><Relationship Id="rId4" Type="http://schemas.openxmlformats.org/officeDocument/2006/relationships/diagramQuickStyle" Target="../diagrams/quickStyle5.xml"/><Relationship Id="rId9" Type="http://schemas.openxmlformats.org/officeDocument/2006/relationships/image" Target="../media/image17.png"/><Relationship Id="rId14" Type="http://schemas.openxmlformats.org/officeDocument/2006/relationships/image" Target="../media/image22.svg"/><Relationship Id="rId22" Type="http://schemas.openxmlformats.org/officeDocument/2006/relationships/image" Target="../media/image44.svg"/></Relationships>
</file>

<file path=ppt/slides/_rels/slide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tiff"/><Relationship Id="rId1" Type="http://schemas.openxmlformats.org/officeDocument/2006/relationships/slideLayout" Target="../slideLayouts/slideLayout2.xml"/><Relationship Id="rId4" Type="http://schemas.openxmlformats.org/officeDocument/2006/relationships/image" Target="../media/image4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tif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2.tif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3.tif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2.xml"/><Relationship Id="rId5" Type="http://schemas.openxmlformats.org/officeDocument/2006/relationships/image" Target="../media/image57.svg"/><Relationship Id="rId4" Type="http://schemas.openxmlformats.org/officeDocument/2006/relationships/image" Target="../media/image5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17.xml.rels><?xml version="1.0" encoding="UTF-8" standalone="yes"?>
<Relationships xmlns="http://schemas.openxmlformats.org/package/2006/relationships"><Relationship Id="rId3" Type="http://schemas.openxmlformats.org/officeDocument/2006/relationships/image" Target="../media/image63.gif"/><Relationship Id="rId2" Type="http://schemas.openxmlformats.org/officeDocument/2006/relationships/image" Target="../media/image62.png"/><Relationship Id="rId1" Type="http://schemas.openxmlformats.org/officeDocument/2006/relationships/slideLayout" Target="../slideLayouts/slideLayout2.xml"/><Relationship Id="rId5" Type="http://schemas.openxmlformats.org/officeDocument/2006/relationships/image" Target="../media/image65.gif"/><Relationship Id="rId4" Type="http://schemas.openxmlformats.org/officeDocument/2006/relationships/image" Target="../media/image64.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66.png"/><Relationship Id="rId1" Type="http://schemas.openxmlformats.org/officeDocument/2006/relationships/slideLayout" Target="../slideLayouts/slideLayout2.xml"/><Relationship Id="rId6" Type="http://schemas.openxmlformats.org/officeDocument/2006/relationships/image" Target="../media/image69.jpeg"/><Relationship Id="rId5" Type="http://schemas.openxmlformats.org/officeDocument/2006/relationships/image" Target="../media/image68.png"/><Relationship Id="rId4" Type="http://schemas.openxmlformats.org/officeDocument/2006/relationships/image" Target="../media/image6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8290F-0009-7091-0C46-968E084B212E}"/>
              </a:ext>
            </a:extLst>
          </p:cNvPr>
          <p:cNvSpPr>
            <a:spLocks noGrp="1"/>
          </p:cNvSpPr>
          <p:nvPr>
            <p:ph type="ctrTitle"/>
          </p:nvPr>
        </p:nvSpPr>
        <p:spPr>
          <a:xfrm>
            <a:off x="1524000" y="1146089"/>
            <a:ext cx="9144000" cy="2387600"/>
          </a:xfrm>
        </p:spPr>
        <p:txBody>
          <a:bodyPr/>
          <a:lstStyle/>
          <a:p>
            <a:r>
              <a:rPr lang="en-GB" dirty="0">
                <a:solidFill>
                  <a:srgbClr val="4C9DD6"/>
                </a:solidFill>
              </a:rPr>
              <a:t>	</a:t>
            </a:r>
          </a:p>
        </p:txBody>
      </p:sp>
      <p:sp>
        <p:nvSpPr>
          <p:cNvPr id="3" name="Subtitle 2">
            <a:extLst>
              <a:ext uri="{FF2B5EF4-FFF2-40B4-BE49-F238E27FC236}">
                <a16:creationId xmlns:a16="http://schemas.microsoft.com/office/drawing/2014/main" id="{123C90C4-B50D-0E1E-DFF3-DB8D40D7DE54}"/>
              </a:ext>
            </a:extLst>
          </p:cNvPr>
          <p:cNvSpPr>
            <a:spLocks noGrp="1"/>
          </p:cNvSpPr>
          <p:nvPr>
            <p:ph type="subTitle" idx="1"/>
          </p:nvPr>
        </p:nvSpPr>
        <p:spPr>
          <a:xfrm>
            <a:off x="1524000" y="4208380"/>
            <a:ext cx="9144000" cy="813009"/>
          </a:xfrm>
        </p:spPr>
        <p:txBody>
          <a:bodyPr/>
          <a:lstStyle/>
          <a:p>
            <a:r>
              <a:rPr lang="en-GB" dirty="0"/>
              <a:t>Tobias Schwippel</a:t>
            </a:r>
          </a:p>
          <a:p>
            <a:r>
              <a:rPr lang="en-GB" sz="1600" dirty="0"/>
              <a:t>DGPPN 2024</a:t>
            </a:r>
          </a:p>
        </p:txBody>
      </p:sp>
      <p:sp>
        <p:nvSpPr>
          <p:cNvPr id="5" name="TextBox 4">
            <a:extLst>
              <a:ext uri="{FF2B5EF4-FFF2-40B4-BE49-F238E27FC236}">
                <a16:creationId xmlns:a16="http://schemas.microsoft.com/office/drawing/2014/main" id="{EC9F4C3B-C992-C43C-7E6A-AF0A390CDEF3}"/>
              </a:ext>
            </a:extLst>
          </p:cNvPr>
          <p:cNvSpPr txBox="1"/>
          <p:nvPr/>
        </p:nvSpPr>
        <p:spPr>
          <a:xfrm>
            <a:off x="1241168" y="1924228"/>
            <a:ext cx="10018528" cy="1757917"/>
          </a:xfrm>
          <a:prstGeom prst="rect">
            <a:avLst/>
          </a:prstGeom>
          <a:noFill/>
        </p:spPr>
        <p:txBody>
          <a:bodyPr wrap="square">
            <a:spAutoFit/>
          </a:bodyPr>
          <a:lstStyle/>
          <a:p>
            <a:pPr algn="ctr">
              <a:lnSpc>
                <a:spcPct val="90000"/>
              </a:lnSpc>
              <a:spcBef>
                <a:spcPts val="1000"/>
              </a:spcBef>
            </a:pPr>
            <a:r>
              <a:rPr lang="de-DE" sz="4000" dirty="0"/>
              <a:t>Augmentation eines kognitiven Trainings mit transkranieller Gleichstromstimulation (tDCS)</a:t>
            </a:r>
            <a:endParaRPr lang="en-GB" sz="4000" dirty="0"/>
          </a:p>
        </p:txBody>
      </p:sp>
      <p:pic>
        <p:nvPicPr>
          <p:cNvPr id="4" name="Grafik 12">
            <a:extLst>
              <a:ext uri="{FF2B5EF4-FFF2-40B4-BE49-F238E27FC236}">
                <a16:creationId xmlns:a16="http://schemas.microsoft.com/office/drawing/2014/main" id="{82C7C5C6-060E-C7FF-7685-AE8F29DB7C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0378" y="6084120"/>
            <a:ext cx="2287243" cy="350122"/>
          </a:xfrm>
          <a:prstGeom prst="rect">
            <a:avLst/>
          </a:prstGeom>
        </p:spPr>
      </p:pic>
      <p:pic>
        <p:nvPicPr>
          <p:cNvPr id="6" name="Picture 5" descr="A black and blue sign with text&#10;&#10;Description automatically generated">
            <a:extLst>
              <a:ext uri="{FF2B5EF4-FFF2-40B4-BE49-F238E27FC236}">
                <a16:creationId xmlns:a16="http://schemas.microsoft.com/office/drawing/2014/main" id="{926EAD35-1C3C-1658-C9DA-3C664F7643E8}"/>
              </a:ext>
            </a:extLst>
          </p:cNvPr>
          <p:cNvPicPr>
            <a:picLocks noChangeAspect="1"/>
          </p:cNvPicPr>
          <p:nvPr/>
        </p:nvPicPr>
        <p:blipFill>
          <a:blip r:embed="rId3"/>
          <a:stretch>
            <a:fillRect/>
          </a:stretch>
        </p:blipFill>
        <p:spPr>
          <a:xfrm>
            <a:off x="10668000" y="5852677"/>
            <a:ext cx="1183393" cy="813009"/>
          </a:xfrm>
          <a:prstGeom prst="rect">
            <a:avLst/>
          </a:prstGeom>
        </p:spPr>
      </p:pic>
    </p:spTree>
    <p:extLst>
      <p:ext uri="{BB962C8B-B14F-4D97-AF65-F5344CB8AC3E}">
        <p14:creationId xmlns:p14="http://schemas.microsoft.com/office/powerpoint/2010/main" val="4093784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5503E-9AD2-B94D-0B77-36536F79320F}"/>
              </a:ext>
            </a:extLst>
          </p:cNvPr>
          <p:cNvSpPr>
            <a:spLocks noGrp="1"/>
          </p:cNvSpPr>
          <p:nvPr>
            <p:ph type="title"/>
          </p:nvPr>
        </p:nvSpPr>
        <p:spPr>
          <a:xfrm>
            <a:off x="0" y="0"/>
            <a:ext cx="10515600" cy="1325563"/>
          </a:xfrm>
        </p:spPr>
        <p:txBody>
          <a:bodyPr>
            <a:normAutofit/>
          </a:bodyPr>
          <a:lstStyle/>
          <a:p>
            <a:r>
              <a:rPr lang="en-GB" sz="3600" dirty="0"/>
              <a:t>Cognition in Schizophrenia</a:t>
            </a:r>
          </a:p>
        </p:txBody>
      </p:sp>
      <p:pic>
        <p:nvPicPr>
          <p:cNvPr id="8" name="Graphic 7" descr="Group of people with solid fill">
            <a:extLst>
              <a:ext uri="{FF2B5EF4-FFF2-40B4-BE49-F238E27FC236}">
                <a16:creationId xmlns:a16="http://schemas.microsoft.com/office/drawing/2014/main" id="{3108336B-026C-512D-030B-0C1B267DBC0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03972" y="2514600"/>
            <a:ext cx="914400" cy="914400"/>
          </a:xfrm>
          <a:prstGeom prst="rect">
            <a:avLst/>
          </a:prstGeom>
        </p:spPr>
      </p:pic>
      <p:pic>
        <p:nvPicPr>
          <p:cNvPr id="12" name="Graphic 11" descr="Head with gears with solid fill">
            <a:extLst>
              <a:ext uri="{FF2B5EF4-FFF2-40B4-BE49-F238E27FC236}">
                <a16:creationId xmlns:a16="http://schemas.microsoft.com/office/drawing/2014/main" id="{6722B01F-1199-98F2-65D5-607E88D098FD}"/>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94119" y="2514600"/>
            <a:ext cx="914400" cy="914400"/>
          </a:xfrm>
          <a:prstGeom prst="rect">
            <a:avLst/>
          </a:prstGeom>
        </p:spPr>
      </p:pic>
      <p:sp>
        <p:nvSpPr>
          <p:cNvPr id="16" name="TextBox 15">
            <a:extLst>
              <a:ext uri="{FF2B5EF4-FFF2-40B4-BE49-F238E27FC236}">
                <a16:creationId xmlns:a16="http://schemas.microsoft.com/office/drawing/2014/main" id="{CE64E6D4-30E6-D761-F9EA-12EB63955AB9}"/>
              </a:ext>
            </a:extLst>
          </p:cNvPr>
          <p:cNvSpPr txBox="1"/>
          <p:nvPr/>
        </p:nvSpPr>
        <p:spPr>
          <a:xfrm>
            <a:off x="-200408" y="3839819"/>
            <a:ext cx="1723159" cy="938719"/>
          </a:xfrm>
          <a:prstGeom prst="rect">
            <a:avLst/>
          </a:prstGeom>
          <a:noFill/>
        </p:spPr>
        <p:txBody>
          <a:bodyPr wrap="square" rtlCol="0">
            <a:spAutoFit/>
          </a:bodyPr>
          <a:lstStyle/>
          <a:p>
            <a:pPr algn="ctr"/>
            <a:r>
              <a:rPr lang="en-GB" sz="1100" b="1" dirty="0"/>
              <a:t>500.000</a:t>
            </a:r>
            <a:r>
              <a:rPr lang="en-GB" sz="1100" dirty="0"/>
              <a:t> individuals &amp;</a:t>
            </a:r>
          </a:p>
          <a:p>
            <a:pPr algn="ctr"/>
            <a:r>
              <a:rPr lang="en-GB" sz="1100" b="1" dirty="0"/>
              <a:t>98% </a:t>
            </a:r>
            <a:r>
              <a:rPr lang="en-GB" sz="1100" dirty="0"/>
              <a:t>have </a:t>
            </a:r>
            <a:br>
              <a:rPr lang="en-GB" sz="1100" dirty="0"/>
            </a:br>
            <a:r>
              <a:rPr lang="en-GB" sz="1100" dirty="0"/>
              <a:t>lower cognitive performance than expected</a:t>
            </a:r>
            <a:r>
              <a:rPr lang="en-GB" sz="1100" baseline="30000" dirty="0"/>
              <a:t>1</a:t>
            </a:r>
          </a:p>
        </p:txBody>
      </p:sp>
      <p:sp>
        <p:nvSpPr>
          <p:cNvPr id="18" name="TextBox 17">
            <a:extLst>
              <a:ext uri="{FF2B5EF4-FFF2-40B4-BE49-F238E27FC236}">
                <a16:creationId xmlns:a16="http://schemas.microsoft.com/office/drawing/2014/main" id="{9B894CDF-2D1F-578B-B35B-13E019241F3F}"/>
              </a:ext>
            </a:extLst>
          </p:cNvPr>
          <p:cNvSpPr txBox="1"/>
          <p:nvPr/>
        </p:nvSpPr>
        <p:spPr>
          <a:xfrm>
            <a:off x="1989739" y="3839819"/>
            <a:ext cx="1723159" cy="430887"/>
          </a:xfrm>
          <a:prstGeom prst="rect">
            <a:avLst/>
          </a:prstGeom>
          <a:noFill/>
        </p:spPr>
        <p:txBody>
          <a:bodyPr wrap="square" rtlCol="0">
            <a:spAutoFit/>
          </a:bodyPr>
          <a:lstStyle/>
          <a:p>
            <a:pPr algn="ctr"/>
            <a:r>
              <a:rPr lang="en-GB" sz="1100" dirty="0"/>
              <a:t>Performance impairment of </a:t>
            </a:r>
            <a:r>
              <a:rPr lang="en-GB" sz="1100" b="1" dirty="0"/>
              <a:t>~1.5 STD</a:t>
            </a:r>
            <a:r>
              <a:rPr lang="en-GB" sz="1100" baseline="30000" dirty="0"/>
              <a:t>2</a:t>
            </a:r>
          </a:p>
        </p:txBody>
      </p:sp>
      <p:pic>
        <p:nvPicPr>
          <p:cNvPr id="20" name="Graphic 19" descr="Factory with solid fill">
            <a:extLst>
              <a:ext uri="{FF2B5EF4-FFF2-40B4-BE49-F238E27FC236}">
                <a16:creationId xmlns:a16="http://schemas.microsoft.com/office/drawing/2014/main" id="{5A9B978E-B2EB-0ADD-FB22-F2A142C992EC}"/>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584266" y="2514600"/>
            <a:ext cx="914400" cy="914400"/>
          </a:xfrm>
          <a:prstGeom prst="rect">
            <a:avLst/>
          </a:prstGeom>
        </p:spPr>
      </p:pic>
      <p:pic>
        <p:nvPicPr>
          <p:cNvPr id="22" name="Graphic 21" descr="Euro with solid fill">
            <a:extLst>
              <a:ext uri="{FF2B5EF4-FFF2-40B4-BE49-F238E27FC236}">
                <a16:creationId xmlns:a16="http://schemas.microsoft.com/office/drawing/2014/main" id="{E28587BE-84F1-C9C4-F960-6830CFBEB692}"/>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774413" y="2514600"/>
            <a:ext cx="914400" cy="914400"/>
          </a:xfrm>
          <a:prstGeom prst="rect">
            <a:avLst/>
          </a:prstGeom>
        </p:spPr>
      </p:pic>
      <p:pic>
        <p:nvPicPr>
          <p:cNvPr id="24" name="Graphic 23" descr="Medicine with solid fill">
            <a:extLst>
              <a:ext uri="{FF2B5EF4-FFF2-40B4-BE49-F238E27FC236}">
                <a16:creationId xmlns:a16="http://schemas.microsoft.com/office/drawing/2014/main" id="{D1ED33F7-65B2-AA78-40BD-7AEF68CDBAC8}"/>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8964560" y="2514600"/>
            <a:ext cx="914400" cy="914400"/>
          </a:xfrm>
          <a:prstGeom prst="rect">
            <a:avLst/>
          </a:prstGeom>
        </p:spPr>
      </p:pic>
      <p:sp>
        <p:nvSpPr>
          <p:cNvPr id="25" name="TextBox 24">
            <a:extLst>
              <a:ext uri="{FF2B5EF4-FFF2-40B4-BE49-F238E27FC236}">
                <a16:creationId xmlns:a16="http://schemas.microsoft.com/office/drawing/2014/main" id="{6F620239-332A-659A-16EA-AC7371BD7B09}"/>
              </a:ext>
            </a:extLst>
          </p:cNvPr>
          <p:cNvSpPr txBox="1"/>
          <p:nvPr/>
        </p:nvSpPr>
        <p:spPr>
          <a:xfrm>
            <a:off x="4179886" y="3839819"/>
            <a:ext cx="1723159" cy="600164"/>
          </a:xfrm>
          <a:prstGeom prst="rect">
            <a:avLst/>
          </a:prstGeom>
          <a:noFill/>
        </p:spPr>
        <p:txBody>
          <a:bodyPr wrap="square" rtlCol="0">
            <a:spAutoFit/>
          </a:bodyPr>
          <a:lstStyle/>
          <a:p>
            <a:pPr algn="ctr"/>
            <a:r>
              <a:rPr lang="en-GB" sz="1100" b="1" dirty="0"/>
              <a:t>~ 80% unemployment </a:t>
            </a:r>
            <a:r>
              <a:rPr lang="en-GB" sz="1100" dirty="0"/>
              <a:t>rate</a:t>
            </a:r>
            <a:r>
              <a:rPr lang="en-GB" sz="1100" b="1" dirty="0"/>
              <a:t> </a:t>
            </a:r>
            <a:r>
              <a:rPr lang="en-GB" sz="1100" dirty="0"/>
              <a:t>and early retirement rates</a:t>
            </a:r>
            <a:r>
              <a:rPr lang="en-GB" sz="1100" baseline="30000" dirty="0"/>
              <a:t>3</a:t>
            </a:r>
          </a:p>
        </p:txBody>
      </p:sp>
      <p:sp>
        <p:nvSpPr>
          <p:cNvPr id="26" name="TextBox 25">
            <a:extLst>
              <a:ext uri="{FF2B5EF4-FFF2-40B4-BE49-F238E27FC236}">
                <a16:creationId xmlns:a16="http://schemas.microsoft.com/office/drawing/2014/main" id="{3DD536F4-493B-ECAF-7801-BF6B83A346C1}"/>
              </a:ext>
            </a:extLst>
          </p:cNvPr>
          <p:cNvSpPr txBox="1"/>
          <p:nvPr/>
        </p:nvSpPr>
        <p:spPr>
          <a:xfrm>
            <a:off x="6370033" y="3839819"/>
            <a:ext cx="1723159" cy="430887"/>
          </a:xfrm>
          <a:prstGeom prst="rect">
            <a:avLst/>
          </a:prstGeom>
          <a:noFill/>
        </p:spPr>
        <p:txBody>
          <a:bodyPr wrap="square" rtlCol="0">
            <a:spAutoFit/>
          </a:bodyPr>
          <a:lstStyle/>
          <a:p>
            <a:pPr algn="ctr"/>
            <a:r>
              <a:rPr lang="en-GB" sz="1100" b="1" dirty="0"/>
              <a:t>Yearly societal cost of</a:t>
            </a:r>
            <a:br>
              <a:rPr lang="en-GB" sz="1100" b="1" dirty="0"/>
            </a:br>
            <a:r>
              <a:rPr lang="en-GB" sz="1100" b="1" dirty="0"/>
              <a:t> ~ 11-20k </a:t>
            </a:r>
            <a:r>
              <a:rPr lang="en-GB" sz="1100" dirty="0"/>
              <a:t>per individual</a:t>
            </a:r>
            <a:r>
              <a:rPr lang="en-GB" sz="1100" baseline="30000" dirty="0"/>
              <a:t>4</a:t>
            </a:r>
            <a:r>
              <a:rPr lang="en-GB" sz="1100" dirty="0"/>
              <a:t> </a:t>
            </a:r>
          </a:p>
        </p:txBody>
      </p:sp>
      <p:sp>
        <p:nvSpPr>
          <p:cNvPr id="27" name="TextBox 26">
            <a:extLst>
              <a:ext uri="{FF2B5EF4-FFF2-40B4-BE49-F238E27FC236}">
                <a16:creationId xmlns:a16="http://schemas.microsoft.com/office/drawing/2014/main" id="{978A3C9F-26D7-F101-F19E-0ABF858CDFD3}"/>
              </a:ext>
            </a:extLst>
          </p:cNvPr>
          <p:cNvSpPr txBox="1"/>
          <p:nvPr/>
        </p:nvSpPr>
        <p:spPr>
          <a:xfrm>
            <a:off x="8560180" y="3839819"/>
            <a:ext cx="1723159" cy="600164"/>
          </a:xfrm>
          <a:prstGeom prst="rect">
            <a:avLst/>
          </a:prstGeom>
          <a:noFill/>
        </p:spPr>
        <p:txBody>
          <a:bodyPr wrap="square" rtlCol="0">
            <a:spAutoFit/>
          </a:bodyPr>
          <a:lstStyle/>
          <a:p>
            <a:pPr algn="ctr"/>
            <a:r>
              <a:rPr lang="en-GB" sz="1100" b="1" dirty="0"/>
              <a:t>No </a:t>
            </a:r>
            <a:r>
              <a:rPr lang="en-GB" sz="1100" dirty="0"/>
              <a:t>effective pharmacological </a:t>
            </a:r>
            <a:r>
              <a:rPr lang="en-GB" sz="1100" b="1" dirty="0"/>
              <a:t>treatment</a:t>
            </a:r>
            <a:r>
              <a:rPr lang="en-GB" sz="1100" baseline="30000" dirty="0"/>
              <a:t>5</a:t>
            </a:r>
          </a:p>
        </p:txBody>
      </p:sp>
      <p:pic>
        <p:nvPicPr>
          <p:cNvPr id="29" name="Graphic 28" descr="Wilting Pot Plant with solid fill">
            <a:extLst>
              <a:ext uri="{FF2B5EF4-FFF2-40B4-BE49-F238E27FC236}">
                <a16:creationId xmlns:a16="http://schemas.microsoft.com/office/drawing/2014/main" id="{9CBB0AFA-2F95-F00D-F377-23F3AC116A23}"/>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1154708" y="2514600"/>
            <a:ext cx="914400" cy="914400"/>
          </a:xfrm>
          <a:prstGeom prst="rect">
            <a:avLst/>
          </a:prstGeom>
        </p:spPr>
      </p:pic>
      <p:sp>
        <p:nvSpPr>
          <p:cNvPr id="30" name="TextBox 29">
            <a:extLst>
              <a:ext uri="{FF2B5EF4-FFF2-40B4-BE49-F238E27FC236}">
                <a16:creationId xmlns:a16="http://schemas.microsoft.com/office/drawing/2014/main" id="{60085156-695B-271E-93C1-C165A10ABF19}"/>
              </a:ext>
            </a:extLst>
          </p:cNvPr>
          <p:cNvSpPr txBox="1"/>
          <p:nvPr/>
        </p:nvSpPr>
        <p:spPr>
          <a:xfrm>
            <a:off x="10750327" y="3839819"/>
            <a:ext cx="1723159" cy="430887"/>
          </a:xfrm>
          <a:prstGeom prst="rect">
            <a:avLst/>
          </a:prstGeom>
          <a:noFill/>
        </p:spPr>
        <p:txBody>
          <a:bodyPr wrap="square" rtlCol="0">
            <a:spAutoFit/>
          </a:bodyPr>
          <a:lstStyle/>
          <a:p>
            <a:pPr algn="ctr"/>
            <a:r>
              <a:rPr lang="en-GB" sz="1100" b="1" dirty="0"/>
              <a:t>Reduced </a:t>
            </a:r>
            <a:br>
              <a:rPr lang="en-GB" sz="1100" b="1" dirty="0"/>
            </a:br>
            <a:r>
              <a:rPr lang="en-GB" sz="1100" b="1" dirty="0"/>
              <a:t>quality of life</a:t>
            </a:r>
            <a:endParaRPr lang="en-GB" sz="1100" dirty="0"/>
          </a:p>
        </p:txBody>
      </p:sp>
      <p:sp>
        <p:nvSpPr>
          <p:cNvPr id="3" name="TextBox 2">
            <a:extLst>
              <a:ext uri="{FF2B5EF4-FFF2-40B4-BE49-F238E27FC236}">
                <a16:creationId xmlns:a16="http://schemas.microsoft.com/office/drawing/2014/main" id="{E3817BB2-C5AE-BD82-5F6D-C23DE167CB1B}"/>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6" name="TextBox 5">
            <a:extLst>
              <a:ext uri="{FF2B5EF4-FFF2-40B4-BE49-F238E27FC236}">
                <a16:creationId xmlns:a16="http://schemas.microsoft.com/office/drawing/2014/main" id="{C0E9CBCE-C401-18EE-9DE2-651C7E57B055}"/>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sp>
        <p:nvSpPr>
          <p:cNvPr id="7" name="TextBox 6">
            <a:extLst>
              <a:ext uri="{FF2B5EF4-FFF2-40B4-BE49-F238E27FC236}">
                <a16:creationId xmlns:a16="http://schemas.microsoft.com/office/drawing/2014/main" id="{DBE75200-5FE5-5649-F9A9-07DD17B9CB76}"/>
              </a:ext>
            </a:extLst>
          </p:cNvPr>
          <p:cNvSpPr txBox="1"/>
          <p:nvPr/>
        </p:nvSpPr>
        <p:spPr>
          <a:xfrm>
            <a:off x="4074350" y="6536261"/>
            <a:ext cx="4716356" cy="215444"/>
          </a:xfrm>
          <a:prstGeom prst="rect">
            <a:avLst/>
          </a:prstGeom>
          <a:noFill/>
        </p:spPr>
        <p:txBody>
          <a:bodyPr wrap="none" rtlCol="0">
            <a:spAutoFit/>
          </a:bodyPr>
          <a:lstStyle/>
          <a:p>
            <a:r>
              <a:rPr lang="en-GB" sz="800" dirty="0"/>
              <a:t>1. Keefe et al. 2005; 2. Keefe et al. 2011; 3. Marwaha et al. 2018; 4. Frey 2014; 5. McCutcheon et al. 2023</a:t>
            </a:r>
          </a:p>
        </p:txBody>
      </p:sp>
    </p:spTree>
    <p:extLst>
      <p:ext uri="{BB962C8B-B14F-4D97-AF65-F5344CB8AC3E}">
        <p14:creationId xmlns:p14="http://schemas.microsoft.com/office/powerpoint/2010/main" val="56248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4"/>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25" grpId="0"/>
      <p:bldP spid="26" grpId="0"/>
      <p:bldP spid="27" grpId="0"/>
      <p:bldP spid="30"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ABB87B66-7A85-2C2B-6E5F-8F1BC7819DBC}"/>
              </a:ext>
            </a:extLst>
          </p:cNvPr>
          <p:cNvGraphicFramePr/>
          <p:nvPr>
            <p:extLst>
              <p:ext uri="{D42A27DB-BD31-4B8C-83A1-F6EECF244321}">
                <p14:modId xmlns:p14="http://schemas.microsoft.com/office/powerpoint/2010/main" val="2136171949"/>
              </p:ext>
            </p:extLst>
          </p:nvPr>
        </p:nvGraphicFramePr>
        <p:xfrm>
          <a:off x="3595909" y="1449233"/>
          <a:ext cx="3966132" cy="38115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11" name="Straight Arrow Connector 10">
            <a:extLst>
              <a:ext uri="{FF2B5EF4-FFF2-40B4-BE49-F238E27FC236}">
                <a16:creationId xmlns:a16="http://schemas.microsoft.com/office/drawing/2014/main" id="{28F236BB-4244-EEA2-E865-F4969DF94DDD}"/>
              </a:ext>
            </a:extLst>
          </p:cNvPr>
          <p:cNvCxnSpPr>
            <a:cxnSpLocks/>
          </p:cNvCxnSpPr>
          <p:nvPr/>
        </p:nvCxnSpPr>
        <p:spPr>
          <a:xfrm>
            <a:off x="3595909" y="5595890"/>
            <a:ext cx="3966132" cy="0"/>
          </a:xfrm>
          <a:prstGeom prst="straightConnector1">
            <a:avLst/>
          </a:prstGeom>
          <a:ln w="38100">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13" name="Straight Arrow Connector 12">
            <a:extLst>
              <a:ext uri="{FF2B5EF4-FFF2-40B4-BE49-F238E27FC236}">
                <a16:creationId xmlns:a16="http://schemas.microsoft.com/office/drawing/2014/main" id="{4CCDA80F-EF90-1EA5-7E07-333DDEEA5B99}"/>
              </a:ext>
            </a:extLst>
          </p:cNvPr>
          <p:cNvCxnSpPr>
            <a:cxnSpLocks/>
          </p:cNvCxnSpPr>
          <p:nvPr/>
        </p:nvCxnSpPr>
        <p:spPr>
          <a:xfrm rot="16200000">
            <a:off x="1284617" y="3510012"/>
            <a:ext cx="4072800" cy="0"/>
          </a:xfrm>
          <a:prstGeom prst="straightConnector1">
            <a:avLst/>
          </a:prstGeom>
          <a:ln w="38100">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14" name="TextBox 13">
            <a:extLst>
              <a:ext uri="{FF2B5EF4-FFF2-40B4-BE49-F238E27FC236}">
                <a16:creationId xmlns:a16="http://schemas.microsoft.com/office/drawing/2014/main" id="{B99B13EE-C85F-9FE5-5404-46A7B1C9301F}"/>
              </a:ext>
            </a:extLst>
          </p:cNvPr>
          <p:cNvSpPr txBox="1"/>
          <p:nvPr/>
        </p:nvSpPr>
        <p:spPr>
          <a:xfrm>
            <a:off x="4801126" y="5629997"/>
            <a:ext cx="1555698" cy="301028"/>
          </a:xfrm>
          <a:prstGeom prst="rect">
            <a:avLst/>
          </a:prstGeom>
          <a:noFill/>
        </p:spPr>
        <p:txBody>
          <a:bodyPr wrap="none" rtlCol="0">
            <a:spAutoFit/>
          </a:bodyPr>
          <a:lstStyle/>
          <a:p>
            <a:r>
              <a:rPr lang="en-GB" sz="1200" dirty="0"/>
              <a:t>Horizontal Transfer</a:t>
            </a:r>
          </a:p>
        </p:txBody>
      </p:sp>
      <p:sp>
        <p:nvSpPr>
          <p:cNvPr id="15" name="TextBox 14">
            <a:extLst>
              <a:ext uri="{FF2B5EF4-FFF2-40B4-BE49-F238E27FC236}">
                <a16:creationId xmlns:a16="http://schemas.microsoft.com/office/drawing/2014/main" id="{A612EC9C-B0AA-1B38-B5AC-4B92C06C7EED}"/>
              </a:ext>
            </a:extLst>
          </p:cNvPr>
          <p:cNvSpPr txBox="1"/>
          <p:nvPr/>
        </p:nvSpPr>
        <p:spPr>
          <a:xfrm rot="16200000">
            <a:off x="2475704" y="3123324"/>
            <a:ext cx="1397480" cy="293144"/>
          </a:xfrm>
          <a:prstGeom prst="rect">
            <a:avLst/>
          </a:prstGeom>
          <a:noFill/>
        </p:spPr>
        <p:txBody>
          <a:bodyPr wrap="none" rtlCol="0">
            <a:spAutoFit/>
          </a:bodyPr>
          <a:lstStyle/>
          <a:p>
            <a:r>
              <a:rPr lang="en-GB" sz="1200" dirty="0"/>
              <a:t>Vertical Transfer</a:t>
            </a:r>
          </a:p>
        </p:txBody>
      </p:sp>
      <p:pic>
        <p:nvPicPr>
          <p:cNvPr id="17" name="Graphic 16" descr="Brain outline">
            <a:extLst>
              <a:ext uri="{FF2B5EF4-FFF2-40B4-BE49-F238E27FC236}">
                <a16:creationId xmlns:a16="http://schemas.microsoft.com/office/drawing/2014/main" id="{C1E028B9-E704-FFEA-EFD2-F8739F073F8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82497" y="1895071"/>
            <a:ext cx="580617" cy="596233"/>
          </a:xfrm>
          <a:prstGeom prst="rect">
            <a:avLst/>
          </a:prstGeom>
        </p:spPr>
      </p:pic>
      <p:pic>
        <p:nvPicPr>
          <p:cNvPr id="41" name="Graphic 40" descr="Two Men outline">
            <a:extLst>
              <a:ext uri="{FF2B5EF4-FFF2-40B4-BE49-F238E27FC236}">
                <a16:creationId xmlns:a16="http://schemas.microsoft.com/office/drawing/2014/main" id="{08CBDE5A-7E87-A88F-0D72-37F78333ADB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56126" y="4295451"/>
            <a:ext cx="580617" cy="596233"/>
          </a:xfrm>
          <a:prstGeom prst="rect">
            <a:avLst/>
          </a:prstGeom>
        </p:spPr>
      </p:pic>
      <p:pic>
        <p:nvPicPr>
          <p:cNvPr id="43" name="Graphic 42" descr="Head with gears outline">
            <a:extLst>
              <a:ext uri="{FF2B5EF4-FFF2-40B4-BE49-F238E27FC236}">
                <a16:creationId xmlns:a16="http://schemas.microsoft.com/office/drawing/2014/main" id="{59DA0DD5-7488-444B-6695-582483DA509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89955" y="3039885"/>
            <a:ext cx="580617" cy="596233"/>
          </a:xfrm>
          <a:prstGeom prst="rect">
            <a:avLst/>
          </a:prstGeom>
        </p:spPr>
      </p:pic>
      <p:pic>
        <p:nvPicPr>
          <p:cNvPr id="45" name="Graphic 44" descr="Books with solid fill">
            <a:extLst>
              <a:ext uri="{FF2B5EF4-FFF2-40B4-BE49-F238E27FC236}">
                <a16:creationId xmlns:a16="http://schemas.microsoft.com/office/drawing/2014/main" id="{E0AC25DF-994E-98F5-01BC-1BE9D7B6D47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282497" y="4258481"/>
            <a:ext cx="580617" cy="596233"/>
          </a:xfrm>
          <a:prstGeom prst="rect">
            <a:avLst/>
          </a:prstGeom>
        </p:spPr>
      </p:pic>
      <p:pic>
        <p:nvPicPr>
          <p:cNvPr id="47" name="Graphic 46" descr="Office worker female with solid fill">
            <a:extLst>
              <a:ext uri="{FF2B5EF4-FFF2-40B4-BE49-F238E27FC236}">
                <a16:creationId xmlns:a16="http://schemas.microsoft.com/office/drawing/2014/main" id="{606FBD7F-EC14-BFB9-D7C1-9D45E8D7185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15264" y="4295451"/>
            <a:ext cx="580617" cy="596233"/>
          </a:xfrm>
          <a:prstGeom prst="rect">
            <a:avLst/>
          </a:prstGeom>
        </p:spPr>
      </p:pic>
      <p:sp>
        <p:nvSpPr>
          <p:cNvPr id="49" name="TextBox 48">
            <a:extLst>
              <a:ext uri="{FF2B5EF4-FFF2-40B4-BE49-F238E27FC236}">
                <a16:creationId xmlns:a16="http://schemas.microsoft.com/office/drawing/2014/main" id="{706FF561-60E8-CCFE-5CD8-BDA461721CFB}"/>
              </a:ext>
            </a:extLst>
          </p:cNvPr>
          <p:cNvSpPr txBox="1"/>
          <p:nvPr/>
        </p:nvSpPr>
        <p:spPr>
          <a:xfrm>
            <a:off x="6222176" y="1576655"/>
            <a:ext cx="3399007" cy="830998"/>
          </a:xfrm>
          <a:prstGeom prst="rect">
            <a:avLst/>
          </a:prstGeom>
          <a:noFill/>
        </p:spPr>
        <p:txBody>
          <a:bodyPr wrap="none" rtlCol="0">
            <a:spAutoFit/>
          </a:bodyPr>
          <a:lstStyle/>
          <a:p>
            <a:r>
              <a:rPr lang="en-GB" sz="1200" b="1" u="sng" dirty="0"/>
              <a:t>Prefrontal Dysfunction</a:t>
            </a:r>
          </a:p>
          <a:p>
            <a:pPr marL="285750" indent="-285750">
              <a:buFont typeface="Arial" panose="020B0604020202020204" pitchFamily="34" charset="0"/>
              <a:buChar char="•"/>
            </a:pPr>
            <a:r>
              <a:rPr lang="en-GB" sz="1200" dirty="0"/>
              <a:t>Grey matter volume ↓</a:t>
            </a:r>
          </a:p>
          <a:p>
            <a:pPr marL="285750" indent="-285750">
              <a:buFont typeface="Arial" panose="020B0604020202020204" pitchFamily="34" charset="0"/>
              <a:buChar char="•"/>
            </a:pPr>
            <a:r>
              <a:rPr lang="en-GB" sz="1200" dirty="0"/>
              <a:t>Glutamate / Dopamine ↓</a:t>
            </a:r>
          </a:p>
          <a:p>
            <a:pPr marL="285750" indent="-285750">
              <a:buFont typeface="Arial" panose="020B0604020202020204" pitchFamily="34" charset="0"/>
              <a:buChar char="•"/>
            </a:pPr>
            <a:r>
              <a:rPr lang="en-GB" sz="1200" dirty="0"/>
              <a:t>Excitability / Neuroplasticity / Connectivity ↓</a:t>
            </a:r>
          </a:p>
        </p:txBody>
      </p:sp>
      <p:sp>
        <p:nvSpPr>
          <p:cNvPr id="50" name="TextBox 49">
            <a:extLst>
              <a:ext uri="{FF2B5EF4-FFF2-40B4-BE49-F238E27FC236}">
                <a16:creationId xmlns:a16="http://schemas.microsoft.com/office/drawing/2014/main" id="{1374DD86-751E-C7E5-86A1-E0D631298FA0}"/>
              </a:ext>
            </a:extLst>
          </p:cNvPr>
          <p:cNvSpPr txBox="1"/>
          <p:nvPr/>
        </p:nvSpPr>
        <p:spPr>
          <a:xfrm>
            <a:off x="7022503" y="2897504"/>
            <a:ext cx="2599751" cy="1015663"/>
          </a:xfrm>
          <a:prstGeom prst="rect">
            <a:avLst/>
          </a:prstGeom>
          <a:noFill/>
        </p:spPr>
        <p:txBody>
          <a:bodyPr wrap="none" rtlCol="0">
            <a:spAutoFit/>
          </a:bodyPr>
          <a:lstStyle/>
          <a:p>
            <a:r>
              <a:rPr lang="en-GB" sz="1200" b="1" u="sng" dirty="0"/>
              <a:t>Global Cognitive Impairment</a:t>
            </a:r>
          </a:p>
          <a:p>
            <a:pPr marL="285750" indent="-285750">
              <a:buFont typeface="Arial" panose="020B0604020202020204" pitchFamily="34" charset="0"/>
              <a:buChar char="•"/>
            </a:pPr>
            <a:r>
              <a:rPr lang="en-GB" sz="1200" dirty="0"/>
              <a:t>Non-social cognition ↓</a:t>
            </a:r>
            <a:br>
              <a:rPr lang="en-GB" sz="1200" dirty="0"/>
            </a:br>
            <a:r>
              <a:rPr lang="en-GB" sz="1200" dirty="0"/>
              <a:t>(WM, PS, Attention, EF, Memory)</a:t>
            </a:r>
          </a:p>
          <a:p>
            <a:pPr marL="285750" indent="-285750">
              <a:buFont typeface="Arial" panose="020B0604020202020204" pitchFamily="34" charset="0"/>
              <a:buChar char="•"/>
            </a:pPr>
            <a:r>
              <a:rPr lang="en-GB" sz="1200" dirty="0"/>
              <a:t>Social cognition↓</a:t>
            </a:r>
          </a:p>
          <a:p>
            <a:endParaRPr lang="en-GB" sz="1200" dirty="0"/>
          </a:p>
        </p:txBody>
      </p:sp>
      <p:sp>
        <p:nvSpPr>
          <p:cNvPr id="51" name="TextBox 50">
            <a:extLst>
              <a:ext uri="{FF2B5EF4-FFF2-40B4-BE49-F238E27FC236}">
                <a16:creationId xmlns:a16="http://schemas.microsoft.com/office/drawing/2014/main" id="{ECBD8FE3-AB2F-850C-AD39-7F060E834FC0}"/>
              </a:ext>
            </a:extLst>
          </p:cNvPr>
          <p:cNvSpPr txBox="1"/>
          <p:nvPr/>
        </p:nvSpPr>
        <p:spPr>
          <a:xfrm>
            <a:off x="7836933" y="4079130"/>
            <a:ext cx="2474524" cy="1015663"/>
          </a:xfrm>
          <a:prstGeom prst="rect">
            <a:avLst/>
          </a:prstGeom>
          <a:noFill/>
        </p:spPr>
        <p:txBody>
          <a:bodyPr wrap="none" rtlCol="0">
            <a:spAutoFit/>
          </a:bodyPr>
          <a:lstStyle/>
          <a:p>
            <a:r>
              <a:rPr lang="en-GB" sz="1200" b="1" u="sng" dirty="0"/>
              <a:t>Daily Life</a:t>
            </a:r>
          </a:p>
          <a:p>
            <a:pPr marL="285750" indent="-285750">
              <a:buFont typeface="Arial" panose="020B0604020202020204" pitchFamily="34" charset="0"/>
              <a:buChar char="•"/>
            </a:pPr>
            <a:r>
              <a:rPr lang="en-GB" sz="1200" dirty="0"/>
              <a:t>Working in a job↓</a:t>
            </a:r>
          </a:p>
          <a:p>
            <a:pPr marL="285750" indent="-285750">
              <a:buFont typeface="Arial" panose="020B0604020202020204" pitchFamily="34" charset="0"/>
              <a:buChar char="•"/>
            </a:pPr>
            <a:r>
              <a:rPr lang="en-GB" sz="1200" dirty="0"/>
              <a:t>Maintain social relationships↓</a:t>
            </a:r>
          </a:p>
          <a:p>
            <a:pPr marL="285750" indent="-285750">
              <a:buFont typeface="Arial" panose="020B0604020202020204" pitchFamily="34" charset="0"/>
              <a:buChar char="•"/>
            </a:pPr>
            <a:r>
              <a:rPr lang="en-GB" sz="1200" dirty="0"/>
              <a:t>Follow your dreams ↓</a:t>
            </a:r>
          </a:p>
          <a:p>
            <a:endParaRPr lang="en-GB" sz="1200" dirty="0"/>
          </a:p>
        </p:txBody>
      </p:sp>
      <p:sp>
        <p:nvSpPr>
          <p:cNvPr id="4" name="Title 1">
            <a:extLst>
              <a:ext uri="{FF2B5EF4-FFF2-40B4-BE49-F238E27FC236}">
                <a16:creationId xmlns:a16="http://schemas.microsoft.com/office/drawing/2014/main" id="{02927588-3958-CA93-F6DC-AA157CFFD34B}"/>
              </a:ext>
            </a:extLst>
          </p:cNvPr>
          <p:cNvSpPr>
            <a:spLocks noGrp="1"/>
          </p:cNvSpPr>
          <p:nvPr>
            <p:ph type="title"/>
          </p:nvPr>
        </p:nvSpPr>
        <p:spPr>
          <a:xfrm>
            <a:off x="0" y="0"/>
            <a:ext cx="10515600" cy="1325563"/>
          </a:xfrm>
        </p:spPr>
        <p:txBody>
          <a:bodyPr>
            <a:normAutofit/>
          </a:bodyPr>
          <a:lstStyle/>
          <a:p>
            <a:r>
              <a:rPr lang="en-GB" sz="3600" dirty="0"/>
              <a:t>Schizophrenia – A Multiscale Disorder</a:t>
            </a:r>
          </a:p>
        </p:txBody>
      </p:sp>
      <p:sp>
        <p:nvSpPr>
          <p:cNvPr id="2" name="TextBox 1">
            <a:extLst>
              <a:ext uri="{FF2B5EF4-FFF2-40B4-BE49-F238E27FC236}">
                <a16:creationId xmlns:a16="http://schemas.microsoft.com/office/drawing/2014/main" id="{E907CB35-7C80-4847-D910-5D940B0999E6}"/>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3" name="TextBox 2">
            <a:extLst>
              <a:ext uri="{FF2B5EF4-FFF2-40B4-BE49-F238E27FC236}">
                <a16:creationId xmlns:a16="http://schemas.microsoft.com/office/drawing/2014/main" id="{555D98C0-A2DC-ECF4-BB0D-392B6EB6867B}"/>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spTree>
    <p:extLst>
      <p:ext uri="{BB962C8B-B14F-4D97-AF65-F5344CB8AC3E}">
        <p14:creationId xmlns:p14="http://schemas.microsoft.com/office/powerpoint/2010/main" val="3736960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49" grpId="0"/>
      <p:bldP spid="50" grpId="0"/>
      <p:bldP spid="5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6" name="Picture 8" descr="Man Go Home After Shopping Icon Vector Grafik Von riduwanmolla · Creative  Fabrica">
            <a:extLst>
              <a:ext uri="{FF2B5EF4-FFF2-40B4-BE49-F238E27FC236}">
                <a16:creationId xmlns:a16="http://schemas.microsoft.com/office/drawing/2014/main" id="{1C1E3549-66CC-23CD-F604-36BCB1E519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6906" y="4271378"/>
            <a:ext cx="2060952" cy="13716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8D2CA61-F775-7296-5AA4-EBD3BA50C006}"/>
              </a:ext>
            </a:extLst>
          </p:cNvPr>
          <p:cNvSpPr>
            <a:spLocks noGrp="1"/>
          </p:cNvSpPr>
          <p:nvPr>
            <p:ph type="title"/>
          </p:nvPr>
        </p:nvSpPr>
        <p:spPr>
          <a:xfrm>
            <a:off x="0" y="-67050"/>
            <a:ext cx="10515600" cy="1325563"/>
          </a:xfrm>
        </p:spPr>
        <p:txBody>
          <a:bodyPr>
            <a:normAutofit/>
          </a:bodyPr>
          <a:lstStyle/>
          <a:p>
            <a:r>
              <a:rPr lang="en-US" sz="3600" dirty="0"/>
              <a:t>Cognitive Training</a:t>
            </a:r>
            <a:endParaRPr lang="en-GB" sz="3600" dirty="0"/>
          </a:p>
        </p:txBody>
      </p:sp>
      <p:sp>
        <p:nvSpPr>
          <p:cNvPr id="4" name="TextBox 3">
            <a:extLst>
              <a:ext uri="{FF2B5EF4-FFF2-40B4-BE49-F238E27FC236}">
                <a16:creationId xmlns:a16="http://schemas.microsoft.com/office/drawing/2014/main" id="{168C64F8-48EB-8D98-B0F7-D1ECF89F9A97}"/>
              </a:ext>
            </a:extLst>
          </p:cNvPr>
          <p:cNvSpPr txBox="1"/>
          <p:nvPr/>
        </p:nvSpPr>
        <p:spPr>
          <a:xfrm>
            <a:off x="9478137" y="2580180"/>
            <a:ext cx="1037463" cy="215444"/>
          </a:xfrm>
          <a:prstGeom prst="rect">
            <a:avLst/>
          </a:prstGeom>
          <a:noFill/>
        </p:spPr>
        <p:txBody>
          <a:bodyPr wrap="none" rtlCol="0">
            <a:spAutoFit/>
          </a:bodyPr>
          <a:lstStyle/>
          <a:p>
            <a:r>
              <a:rPr lang="en-US" sz="800" dirty="0"/>
              <a:t>Guercio et al.  2019</a:t>
            </a:r>
            <a:endParaRPr lang="en-GB" sz="800" dirty="0"/>
          </a:p>
        </p:txBody>
      </p:sp>
      <p:sp>
        <p:nvSpPr>
          <p:cNvPr id="7" name="TextBox 6">
            <a:extLst>
              <a:ext uri="{FF2B5EF4-FFF2-40B4-BE49-F238E27FC236}">
                <a16:creationId xmlns:a16="http://schemas.microsoft.com/office/drawing/2014/main" id="{51408150-B3FF-24D3-E3B5-5E2359BD5B0A}"/>
              </a:ext>
            </a:extLst>
          </p:cNvPr>
          <p:cNvSpPr txBox="1"/>
          <p:nvPr/>
        </p:nvSpPr>
        <p:spPr>
          <a:xfrm>
            <a:off x="1188534" y="5867053"/>
            <a:ext cx="10093207" cy="830997"/>
          </a:xfrm>
          <a:prstGeom prst="rect">
            <a:avLst/>
          </a:prstGeom>
          <a:noFill/>
          <a:ln w="28575">
            <a:solidFill>
              <a:srgbClr val="9B1030"/>
            </a:solidFill>
          </a:ln>
        </p:spPr>
        <p:txBody>
          <a:bodyPr wrap="square">
            <a:spAutoFit/>
          </a:bodyPr>
          <a:lstStyle/>
          <a:p>
            <a:pPr marL="285750" indent="-285750">
              <a:buFont typeface="Arial" panose="020B0604020202020204" pitchFamily="34" charset="0"/>
              <a:buChar char="•"/>
            </a:pPr>
            <a:r>
              <a:rPr lang="en-US" sz="1600" dirty="0"/>
              <a:t>Vita et al. 2021 (n = 8851): CRT: cognition d = 0.29 and functioning d =0.22</a:t>
            </a:r>
          </a:p>
          <a:p>
            <a:pPr marL="285750" indent="-285750">
              <a:buFont typeface="Arial" panose="020B0604020202020204" pitchFamily="34" charset="0"/>
              <a:buChar char="•"/>
            </a:pPr>
            <a:r>
              <a:rPr lang="en-US" sz="1600" dirty="0" err="1"/>
              <a:t>Kambeitz-Ilankovic</a:t>
            </a:r>
            <a:r>
              <a:rPr lang="en-US" sz="1600" dirty="0"/>
              <a:t> et al. 2019 (n = 4067), computerized CRT: cognition g = 0.28, functioning g = 0.16, </a:t>
            </a:r>
            <a:br>
              <a:rPr lang="en-US" sz="1600" dirty="0"/>
            </a:br>
            <a:r>
              <a:rPr lang="en-US" sz="1600" dirty="0">
                <a:sym typeface="Wingdings" panose="05000000000000000000" pitchFamily="2" charset="2"/>
              </a:rPr>
              <a:t> </a:t>
            </a:r>
            <a:r>
              <a:rPr lang="en-US" sz="1600" dirty="0"/>
              <a:t>better with “human guidance”</a:t>
            </a:r>
          </a:p>
        </p:txBody>
      </p:sp>
      <p:pic>
        <p:nvPicPr>
          <p:cNvPr id="8" name="Content Placeholder 7" descr="A diagram of a person's head&#10;&#10;Description automatically generated">
            <a:extLst>
              <a:ext uri="{FF2B5EF4-FFF2-40B4-BE49-F238E27FC236}">
                <a16:creationId xmlns:a16="http://schemas.microsoft.com/office/drawing/2014/main" id="{D651CB47-136F-AACF-2B8A-1198B017A5E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763714" y="1385160"/>
            <a:ext cx="3568288" cy="1217057"/>
          </a:xfrm>
          <a:ln>
            <a:noFill/>
          </a:ln>
        </p:spPr>
      </p:pic>
      <p:pic>
        <p:nvPicPr>
          <p:cNvPr id="2052" name="Picture 4" descr="GIF pong - animiertes GIF auf GIFER">
            <a:extLst>
              <a:ext uri="{FF2B5EF4-FFF2-40B4-BE49-F238E27FC236}">
                <a16:creationId xmlns:a16="http://schemas.microsoft.com/office/drawing/2014/main" id="{6F289DA3-FA66-AE0A-6FEE-2330847295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50157" y="2820471"/>
            <a:ext cx="2597378" cy="121705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ixilart - Tetris gif by BadBoi7ate9">
            <a:extLst>
              <a:ext uri="{FF2B5EF4-FFF2-40B4-BE49-F238E27FC236}">
                <a16:creationId xmlns:a16="http://schemas.microsoft.com/office/drawing/2014/main" id="{3951FF8D-2F17-83DE-8841-D67261286B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06863" y="2643999"/>
            <a:ext cx="1492887" cy="1492887"/>
          </a:xfrm>
          <a:prstGeom prst="rect">
            <a:avLst/>
          </a:prstGeom>
          <a:noFill/>
          <a:extLst>
            <a:ext uri="{909E8E84-426E-40DD-AFC4-6F175D3DCCD1}">
              <a14:hiddenFill xmlns:a14="http://schemas.microsoft.com/office/drawing/2010/main">
                <a:solidFill>
                  <a:srgbClr val="FFFFFF"/>
                </a:solidFill>
              </a14:hiddenFill>
            </a:ext>
          </a:extLst>
        </p:spPr>
      </p:pic>
      <p:cxnSp>
        <p:nvCxnSpPr>
          <p:cNvPr id="4110" name="Straight Arrow Connector 4109">
            <a:extLst>
              <a:ext uri="{FF2B5EF4-FFF2-40B4-BE49-F238E27FC236}">
                <a16:creationId xmlns:a16="http://schemas.microsoft.com/office/drawing/2014/main" id="{20E63E16-AF59-A6A3-F04D-540242BD63D7}"/>
              </a:ext>
            </a:extLst>
          </p:cNvPr>
          <p:cNvCxnSpPr>
            <a:cxnSpLocks/>
          </p:cNvCxnSpPr>
          <p:nvPr/>
        </p:nvCxnSpPr>
        <p:spPr>
          <a:xfrm>
            <a:off x="978870" y="4256041"/>
            <a:ext cx="5253301" cy="0"/>
          </a:xfrm>
          <a:prstGeom prst="straightConnector1">
            <a:avLst/>
          </a:prstGeom>
          <a:ln w="38100">
            <a:headEnd type="none" w="med" len="med"/>
            <a:tailEnd type="arrow" w="med" len="med"/>
          </a:ln>
        </p:spPr>
        <p:style>
          <a:lnRef idx="2">
            <a:schemeClr val="dk1"/>
          </a:lnRef>
          <a:fillRef idx="0">
            <a:schemeClr val="dk1"/>
          </a:fillRef>
          <a:effectRef idx="1">
            <a:schemeClr val="dk1"/>
          </a:effectRef>
          <a:fontRef idx="minor">
            <a:schemeClr val="tx1"/>
          </a:fontRef>
        </p:style>
      </p:cxnSp>
      <p:sp>
        <p:nvSpPr>
          <p:cNvPr id="4111" name="TextBox 4110">
            <a:extLst>
              <a:ext uri="{FF2B5EF4-FFF2-40B4-BE49-F238E27FC236}">
                <a16:creationId xmlns:a16="http://schemas.microsoft.com/office/drawing/2014/main" id="{EFEA851F-CDEA-C380-62F6-4CCFD474280B}"/>
              </a:ext>
            </a:extLst>
          </p:cNvPr>
          <p:cNvSpPr txBox="1"/>
          <p:nvPr/>
        </p:nvSpPr>
        <p:spPr>
          <a:xfrm>
            <a:off x="2396337" y="4336011"/>
            <a:ext cx="2886003" cy="461665"/>
          </a:xfrm>
          <a:prstGeom prst="rect">
            <a:avLst/>
          </a:prstGeom>
          <a:noFill/>
        </p:spPr>
        <p:txBody>
          <a:bodyPr wrap="square" rtlCol="0">
            <a:spAutoFit/>
          </a:bodyPr>
          <a:lstStyle/>
          <a:p>
            <a:pPr algn="ctr"/>
            <a:r>
              <a:rPr lang="en-GB" sz="1200" dirty="0"/>
              <a:t>Horizontal transfer between cognitive domains (near transfer)</a:t>
            </a:r>
          </a:p>
        </p:txBody>
      </p:sp>
      <p:cxnSp>
        <p:nvCxnSpPr>
          <p:cNvPr id="4113" name="Straight Arrow Connector 4112">
            <a:extLst>
              <a:ext uri="{FF2B5EF4-FFF2-40B4-BE49-F238E27FC236}">
                <a16:creationId xmlns:a16="http://schemas.microsoft.com/office/drawing/2014/main" id="{EFC90604-CF62-6DAD-5063-6912ABE32795}"/>
              </a:ext>
            </a:extLst>
          </p:cNvPr>
          <p:cNvCxnSpPr>
            <a:cxnSpLocks/>
          </p:cNvCxnSpPr>
          <p:nvPr/>
        </p:nvCxnSpPr>
        <p:spPr>
          <a:xfrm rot="16200000">
            <a:off x="4461542" y="3785797"/>
            <a:ext cx="4072800" cy="0"/>
          </a:xfrm>
          <a:prstGeom prst="straightConnector1">
            <a:avLst/>
          </a:prstGeom>
          <a:ln w="38100">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4114" name="TextBox 4113">
            <a:extLst>
              <a:ext uri="{FF2B5EF4-FFF2-40B4-BE49-F238E27FC236}">
                <a16:creationId xmlns:a16="http://schemas.microsoft.com/office/drawing/2014/main" id="{BCA2ADA5-707D-001C-CDF3-C7C260A2ED51}"/>
              </a:ext>
            </a:extLst>
          </p:cNvPr>
          <p:cNvSpPr txBox="1"/>
          <p:nvPr/>
        </p:nvSpPr>
        <p:spPr>
          <a:xfrm rot="16200000">
            <a:off x="5652630" y="3301473"/>
            <a:ext cx="1397480" cy="293144"/>
          </a:xfrm>
          <a:prstGeom prst="rect">
            <a:avLst/>
          </a:prstGeom>
          <a:noFill/>
        </p:spPr>
        <p:txBody>
          <a:bodyPr wrap="none" rtlCol="0">
            <a:spAutoFit/>
          </a:bodyPr>
          <a:lstStyle/>
          <a:p>
            <a:r>
              <a:rPr lang="en-GB" sz="1200" dirty="0"/>
              <a:t>Vertical Transfer</a:t>
            </a:r>
          </a:p>
        </p:txBody>
      </p:sp>
      <p:pic>
        <p:nvPicPr>
          <p:cNvPr id="2060" name="Picture 12" descr="Office Work With Time Icon PNG Transparent Background, Free Download #4449  - FreeIconsPNG">
            <a:extLst>
              <a:ext uri="{FF2B5EF4-FFF2-40B4-BE49-F238E27FC236}">
                <a16:creationId xmlns:a16="http://schemas.microsoft.com/office/drawing/2014/main" id="{C2FE0D40-23AF-C03F-46A6-F7281DAF26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99638" y="4233603"/>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4118" name="TextBox 4117">
            <a:extLst>
              <a:ext uri="{FF2B5EF4-FFF2-40B4-BE49-F238E27FC236}">
                <a16:creationId xmlns:a16="http://schemas.microsoft.com/office/drawing/2014/main" id="{B73B184A-DD8C-93A5-346B-125A648268F7}"/>
              </a:ext>
            </a:extLst>
          </p:cNvPr>
          <p:cNvSpPr txBox="1"/>
          <p:nvPr/>
        </p:nvSpPr>
        <p:spPr>
          <a:xfrm>
            <a:off x="7517382" y="700627"/>
            <a:ext cx="2411429" cy="338554"/>
          </a:xfrm>
          <a:prstGeom prst="rect">
            <a:avLst/>
          </a:prstGeom>
          <a:noFill/>
        </p:spPr>
        <p:txBody>
          <a:bodyPr wrap="none" rtlCol="0">
            <a:spAutoFit/>
          </a:bodyPr>
          <a:lstStyle/>
          <a:p>
            <a:r>
              <a:rPr lang="en-GB" sz="1600" b="1" u="sng" dirty="0"/>
              <a:t>Network Reorganization</a:t>
            </a:r>
          </a:p>
        </p:txBody>
      </p:sp>
      <p:sp>
        <p:nvSpPr>
          <p:cNvPr id="4119" name="TextBox 4118">
            <a:extLst>
              <a:ext uri="{FF2B5EF4-FFF2-40B4-BE49-F238E27FC236}">
                <a16:creationId xmlns:a16="http://schemas.microsoft.com/office/drawing/2014/main" id="{8F57855D-9074-775D-D248-1C514E74517E}"/>
              </a:ext>
            </a:extLst>
          </p:cNvPr>
          <p:cNvSpPr txBox="1"/>
          <p:nvPr/>
        </p:nvSpPr>
        <p:spPr>
          <a:xfrm>
            <a:off x="7694699" y="3859132"/>
            <a:ext cx="2302169" cy="338554"/>
          </a:xfrm>
          <a:prstGeom prst="rect">
            <a:avLst/>
          </a:prstGeom>
          <a:noFill/>
        </p:spPr>
        <p:txBody>
          <a:bodyPr wrap="none" rtlCol="0">
            <a:spAutoFit/>
          </a:bodyPr>
          <a:lstStyle/>
          <a:p>
            <a:r>
              <a:rPr lang="en-GB" sz="1600" b="1" u="sng" dirty="0"/>
              <a:t>Relevant Reintegration</a:t>
            </a:r>
          </a:p>
        </p:txBody>
      </p:sp>
      <p:sp>
        <p:nvSpPr>
          <p:cNvPr id="3" name="TextBox 2">
            <a:extLst>
              <a:ext uri="{FF2B5EF4-FFF2-40B4-BE49-F238E27FC236}">
                <a16:creationId xmlns:a16="http://schemas.microsoft.com/office/drawing/2014/main" id="{9EF9DB85-723B-160E-E58A-EC5F00814AB9}"/>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5" name="TextBox 4">
            <a:extLst>
              <a:ext uri="{FF2B5EF4-FFF2-40B4-BE49-F238E27FC236}">
                <a16:creationId xmlns:a16="http://schemas.microsoft.com/office/drawing/2014/main" id="{8407E138-B80D-A143-34E2-B1E0687596B2}"/>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grpSp>
        <p:nvGrpSpPr>
          <p:cNvPr id="6" name="Group 5">
            <a:extLst>
              <a:ext uri="{FF2B5EF4-FFF2-40B4-BE49-F238E27FC236}">
                <a16:creationId xmlns:a16="http://schemas.microsoft.com/office/drawing/2014/main" id="{AE59CDA7-01BC-6E86-E705-DD52B9D7EFE1}"/>
              </a:ext>
            </a:extLst>
          </p:cNvPr>
          <p:cNvGrpSpPr/>
          <p:nvPr/>
        </p:nvGrpSpPr>
        <p:grpSpPr>
          <a:xfrm>
            <a:off x="10892781" y="121265"/>
            <a:ext cx="1243251" cy="1169149"/>
            <a:chOff x="3595909" y="1268083"/>
            <a:chExt cx="3966132" cy="3811522"/>
          </a:xfrm>
        </p:grpSpPr>
        <p:graphicFrame>
          <p:nvGraphicFramePr>
            <p:cNvPr id="9" name="Diagram 8">
              <a:extLst>
                <a:ext uri="{FF2B5EF4-FFF2-40B4-BE49-F238E27FC236}">
                  <a16:creationId xmlns:a16="http://schemas.microsoft.com/office/drawing/2014/main" id="{80BE8CBD-4CCB-C1BC-D206-6D341EFBDA1D}"/>
                </a:ext>
              </a:extLst>
            </p:cNvPr>
            <p:cNvGraphicFramePr/>
            <p:nvPr>
              <p:extLst>
                <p:ext uri="{D42A27DB-BD31-4B8C-83A1-F6EECF244321}">
                  <p14:modId xmlns:p14="http://schemas.microsoft.com/office/powerpoint/2010/main" val="616142868"/>
                </p:ext>
              </p:extLst>
            </p:nvPr>
          </p:nvGraphicFramePr>
          <p:xfrm>
            <a:off x="3595909" y="1268083"/>
            <a:ext cx="3966132" cy="381152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0" name="Graphic 9" descr="Brain outline">
              <a:extLst>
                <a:ext uri="{FF2B5EF4-FFF2-40B4-BE49-F238E27FC236}">
                  <a16:creationId xmlns:a16="http://schemas.microsoft.com/office/drawing/2014/main" id="{8D1187DF-656D-9153-1BA2-860228A488F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282497" y="1713921"/>
              <a:ext cx="580617" cy="596233"/>
            </a:xfrm>
            <a:prstGeom prst="rect">
              <a:avLst/>
            </a:prstGeom>
          </p:spPr>
        </p:pic>
        <p:pic>
          <p:nvPicPr>
            <p:cNvPr id="11" name="Graphic 10" descr="Two Men outline">
              <a:extLst>
                <a:ext uri="{FF2B5EF4-FFF2-40B4-BE49-F238E27FC236}">
                  <a16:creationId xmlns:a16="http://schemas.microsoft.com/office/drawing/2014/main" id="{1E3F3184-5B7F-D509-D5A3-B5247BAB9266}"/>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256126" y="4114301"/>
              <a:ext cx="580617" cy="596233"/>
            </a:xfrm>
            <a:prstGeom prst="rect">
              <a:avLst/>
            </a:prstGeom>
          </p:spPr>
        </p:pic>
        <p:pic>
          <p:nvPicPr>
            <p:cNvPr id="12" name="Graphic 11" descr="Head with gears outline">
              <a:extLst>
                <a:ext uri="{FF2B5EF4-FFF2-40B4-BE49-F238E27FC236}">
                  <a16:creationId xmlns:a16="http://schemas.microsoft.com/office/drawing/2014/main" id="{42B9E19C-D04F-11E0-F3B9-F0068C50E532}"/>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289955" y="2858735"/>
              <a:ext cx="580617" cy="596233"/>
            </a:xfrm>
            <a:prstGeom prst="rect">
              <a:avLst/>
            </a:prstGeom>
          </p:spPr>
        </p:pic>
        <p:pic>
          <p:nvPicPr>
            <p:cNvPr id="13" name="Graphic 12" descr="Books with solid fill">
              <a:extLst>
                <a:ext uri="{FF2B5EF4-FFF2-40B4-BE49-F238E27FC236}">
                  <a16:creationId xmlns:a16="http://schemas.microsoft.com/office/drawing/2014/main" id="{73492A30-528A-5998-1D14-6CB5D8A36E8D}"/>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282497" y="4077331"/>
              <a:ext cx="580617" cy="596233"/>
            </a:xfrm>
            <a:prstGeom prst="rect">
              <a:avLst/>
            </a:prstGeom>
          </p:spPr>
        </p:pic>
        <p:pic>
          <p:nvPicPr>
            <p:cNvPr id="14" name="Graphic 13" descr="Office worker female with solid fill">
              <a:extLst>
                <a:ext uri="{FF2B5EF4-FFF2-40B4-BE49-F238E27FC236}">
                  <a16:creationId xmlns:a16="http://schemas.microsoft.com/office/drawing/2014/main" id="{54FE5B9E-5100-FE82-A842-69DBDBFB44FA}"/>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315264" y="4114301"/>
              <a:ext cx="580617" cy="596233"/>
            </a:xfrm>
            <a:prstGeom prst="rect">
              <a:avLst/>
            </a:prstGeom>
          </p:spPr>
        </p:pic>
      </p:grpSp>
      <p:sp>
        <p:nvSpPr>
          <p:cNvPr id="15" name="Rectangle 14">
            <a:extLst>
              <a:ext uri="{FF2B5EF4-FFF2-40B4-BE49-F238E27FC236}">
                <a16:creationId xmlns:a16="http://schemas.microsoft.com/office/drawing/2014/main" id="{08841AEC-B4C0-75DD-700E-DE06B737ED52}"/>
              </a:ext>
            </a:extLst>
          </p:cNvPr>
          <p:cNvSpPr/>
          <p:nvPr/>
        </p:nvSpPr>
        <p:spPr>
          <a:xfrm>
            <a:off x="586188" y="2362200"/>
            <a:ext cx="5645982" cy="181386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Cognitive Training</a:t>
            </a:r>
            <a:endParaRPr lang="en-GB" dirty="0"/>
          </a:p>
        </p:txBody>
      </p:sp>
      <p:pic>
        <p:nvPicPr>
          <p:cNvPr id="17" name="Graphic 16" descr="Tropical scene with solid fill">
            <a:extLst>
              <a:ext uri="{FF2B5EF4-FFF2-40B4-BE49-F238E27FC236}">
                <a16:creationId xmlns:a16="http://schemas.microsoft.com/office/drawing/2014/main" id="{E707528F-FECE-D9BF-70CB-28B6DAAF4C78}"/>
              </a:ext>
            </a:extLst>
          </p:cNvPr>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10071104" y="4271378"/>
            <a:ext cx="1143000" cy="1143000"/>
          </a:xfrm>
          <a:prstGeom prst="rect">
            <a:avLst/>
          </a:prstGeom>
        </p:spPr>
      </p:pic>
    </p:spTree>
    <p:extLst>
      <p:ext uri="{BB962C8B-B14F-4D97-AF65-F5344CB8AC3E}">
        <p14:creationId xmlns:p14="http://schemas.microsoft.com/office/powerpoint/2010/main" val="3046102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9"/>
                                          </p:stCondLst>
                                        </p:cTn>
                                        <p:tgtEl>
                                          <p:spTgt spid="20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1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5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1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11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60"/>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056"/>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1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animBg="1"/>
      <p:bldP spid="4111" grpId="0"/>
      <p:bldP spid="4114" grpId="0"/>
      <p:bldP spid="4118" grpId="0"/>
      <p:bldP spid="4119" grpId="0"/>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F29798-D584-4792-9B62-3F5F5C36D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E6299F-C135-92F2-01A0-F007E1BA19AC}"/>
              </a:ext>
            </a:extLst>
          </p:cNvPr>
          <p:cNvSpPr>
            <a:spLocks noGrp="1"/>
          </p:cNvSpPr>
          <p:nvPr>
            <p:ph type="title"/>
          </p:nvPr>
        </p:nvSpPr>
        <p:spPr>
          <a:xfrm>
            <a:off x="91751" y="-292108"/>
            <a:ext cx="10515600" cy="1505883"/>
          </a:xfrm>
        </p:spPr>
        <p:txBody>
          <a:bodyPr vert="horz" lIns="91440" tIns="45720" rIns="91440" bIns="45720" rtlCol="0" anchor="ctr">
            <a:normAutofit/>
          </a:bodyPr>
          <a:lstStyle/>
          <a:p>
            <a:r>
              <a:rPr lang="en-US" sz="3600" kern="1200" dirty="0">
                <a:solidFill>
                  <a:schemeClr val="tx1"/>
                </a:solidFill>
                <a:latin typeface="+mj-lt"/>
                <a:ea typeface="+mj-ea"/>
                <a:cs typeface="+mj-cs"/>
              </a:rPr>
              <a:t>Adaptive Spatial n-back Training</a:t>
            </a:r>
          </a:p>
        </p:txBody>
      </p:sp>
      <p:pic>
        <p:nvPicPr>
          <p:cNvPr id="4" name="Inhaltsplatzhalter 18" descr="A blue square in black squares&#10;&#10;Description automatically generated">
            <a:extLst>
              <a:ext uri="{FF2B5EF4-FFF2-40B4-BE49-F238E27FC236}">
                <a16:creationId xmlns:a16="http://schemas.microsoft.com/office/drawing/2014/main" id="{BDEF14E1-0F09-BD46-3A29-BD6E1F005456}"/>
              </a:ext>
            </a:extLst>
          </p:cNvPr>
          <p:cNvPicPr>
            <a:picLocks/>
          </p:cNvPicPr>
          <p:nvPr/>
        </p:nvPicPr>
        <p:blipFill>
          <a:blip r:embed="rId2"/>
          <a:stretch>
            <a:fillRect/>
          </a:stretch>
        </p:blipFill>
        <p:spPr>
          <a:xfrm>
            <a:off x="838200" y="1875493"/>
            <a:ext cx="10512547" cy="3547983"/>
          </a:xfrm>
          <a:prstGeom prst="rect">
            <a:avLst/>
          </a:prstGeom>
        </p:spPr>
      </p:pic>
      <p:sp>
        <p:nvSpPr>
          <p:cNvPr id="5" name="TextBox 4">
            <a:extLst>
              <a:ext uri="{FF2B5EF4-FFF2-40B4-BE49-F238E27FC236}">
                <a16:creationId xmlns:a16="http://schemas.microsoft.com/office/drawing/2014/main" id="{3EFACE6B-AF3B-8FE1-DCD2-0B70E4A5C280}"/>
              </a:ext>
            </a:extLst>
          </p:cNvPr>
          <p:cNvSpPr txBox="1"/>
          <p:nvPr/>
        </p:nvSpPr>
        <p:spPr>
          <a:xfrm>
            <a:off x="1172227" y="5646879"/>
            <a:ext cx="3953262" cy="923330"/>
          </a:xfrm>
          <a:prstGeom prst="rect">
            <a:avLst/>
          </a:prstGeom>
          <a:noFill/>
        </p:spPr>
        <p:txBody>
          <a:bodyPr wrap="none" rtlCol="0">
            <a:spAutoFit/>
          </a:bodyPr>
          <a:lstStyle/>
          <a:p>
            <a:r>
              <a:rPr lang="en-US" b="1" u="sng" dirty="0"/>
              <a:t>Primary Outcome Parameters</a:t>
            </a:r>
          </a:p>
          <a:p>
            <a:r>
              <a:rPr lang="en-US" dirty="0"/>
              <a:t>Response Time</a:t>
            </a:r>
          </a:p>
          <a:p>
            <a:r>
              <a:rPr lang="en-US" dirty="0"/>
              <a:t>Mean n-back level (difficulty/capacity)</a:t>
            </a:r>
            <a:endParaRPr lang="en-GB" dirty="0"/>
          </a:p>
        </p:txBody>
      </p:sp>
      <p:sp>
        <p:nvSpPr>
          <p:cNvPr id="6" name="Right Bracket 5">
            <a:extLst>
              <a:ext uri="{FF2B5EF4-FFF2-40B4-BE49-F238E27FC236}">
                <a16:creationId xmlns:a16="http://schemas.microsoft.com/office/drawing/2014/main" id="{88CBD5D1-DF1C-B487-6D5C-3286BF24FDA6}"/>
              </a:ext>
            </a:extLst>
          </p:cNvPr>
          <p:cNvSpPr/>
          <p:nvPr/>
        </p:nvSpPr>
        <p:spPr>
          <a:xfrm rot="16200000">
            <a:off x="6079921" y="-2476026"/>
            <a:ext cx="114581" cy="8458202"/>
          </a:xfrm>
          <a:prstGeom prst="rightBracket">
            <a:avLst/>
          </a:prstGeom>
        </p:spPr>
        <p:style>
          <a:lnRef idx="3">
            <a:schemeClr val="accent4"/>
          </a:lnRef>
          <a:fillRef idx="0">
            <a:schemeClr val="accent4"/>
          </a:fillRef>
          <a:effectRef idx="2">
            <a:schemeClr val="accent4"/>
          </a:effectRef>
          <a:fontRef idx="minor">
            <a:schemeClr val="tx1"/>
          </a:fontRef>
        </p:style>
        <p:txBody>
          <a:bodyPr rtlCol="0" anchor="ctr"/>
          <a:lstStyle/>
          <a:p>
            <a:pPr algn="ctr"/>
            <a:endParaRPr lang="en-GB">
              <a:solidFill>
                <a:srgbClr val="4C9DD6"/>
              </a:solidFill>
            </a:endParaRPr>
          </a:p>
        </p:txBody>
      </p:sp>
      <p:sp>
        <p:nvSpPr>
          <p:cNvPr id="7" name="TextBox 6">
            <a:extLst>
              <a:ext uri="{FF2B5EF4-FFF2-40B4-BE49-F238E27FC236}">
                <a16:creationId xmlns:a16="http://schemas.microsoft.com/office/drawing/2014/main" id="{9E4410C1-6FCD-8144-20DB-AC5D8EE201F7}"/>
              </a:ext>
            </a:extLst>
          </p:cNvPr>
          <p:cNvSpPr txBox="1"/>
          <p:nvPr/>
        </p:nvSpPr>
        <p:spPr>
          <a:xfrm>
            <a:off x="5700232" y="1339013"/>
            <a:ext cx="898003" cy="369332"/>
          </a:xfrm>
          <a:prstGeom prst="rect">
            <a:avLst/>
          </a:prstGeom>
          <a:noFill/>
        </p:spPr>
        <p:txBody>
          <a:bodyPr wrap="none" rtlCol="0">
            <a:spAutoFit/>
          </a:bodyPr>
          <a:lstStyle/>
          <a:p>
            <a:r>
              <a:rPr lang="en-US" b="1" dirty="0">
                <a:solidFill>
                  <a:srgbClr val="4C9DD6"/>
                </a:solidFill>
              </a:rPr>
              <a:t>2-back</a:t>
            </a:r>
            <a:endParaRPr lang="en-GB" b="1" dirty="0">
              <a:solidFill>
                <a:srgbClr val="4C9DD6"/>
              </a:solidFill>
            </a:endParaRPr>
          </a:p>
        </p:txBody>
      </p:sp>
      <p:pic>
        <p:nvPicPr>
          <p:cNvPr id="8" name="Graphic 7" descr="Bullseye with solid fill">
            <a:extLst>
              <a:ext uri="{FF2B5EF4-FFF2-40B4-BE49-F238E27FC236}">
                <a16:creationId xmlns:a16="http://schemas.microsoft.com/office/drawing/2014/main" id="{EC9B4091-36E3-15C8-D397-7FCBB077A9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909113" y="4197930"/>
            <a:ext cx="914400" cy="914400"/>
          </a:xfrm>
          <a:prstGeom prst="rect">
            <a:avLst/>
          </a:prstGeom>
        </p:spPr>
      </p:pic>
      <p:sp>
        <p:nvSpPr>
          <p:cNvPr id="10" name="TextBox 9">
            <a:extLst>
              <a:ext uri="{FF2B5EF4-FFF2-40B4-BE49-F238E27FC236}">
                <a16:creationId xmlns:a16="http://schemas.microsoft.com/office/drawing/2014/main" id="{D8A61325-7AB0-55BB-116F-9CB24233FC90}"/>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11" name="TextBox 10">
            <a:extLst>
              <a:ext uri="{FF2B5EF4-FFF2-40B4-BE49-F238E27FC236}">
                <a16:creationId xmlns:a16="http://schemas.microsoft.com/office/drawing/2014/main" id="{D3D2DCB6-61C0-4F33-044C-50F3A43485DF}"/>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grpSp>
        <p:nvGrpSpPr>
          <p:cNvPr id="12" name="Group 11">
            <a:extLst>
              <a:ext uri="{FF2B5EF4-FFF2-40B4-BE49-F238E27FC236}">
                <a16:creationId xmlns:a16="http://schemas.microsoft.com/office/drawing/2014/main" id="{E6314B4C-DAE6-B671-03CA-BDBFBB43DA5B}"/>
              </a:ext>
            </a:extLst>
          </p:cNvPr>
          <p:cNvGrpSpPr/>
          <p:nvPr/>
        </p:nvGrpSpPr>
        <p:grpSpPr>
          <a:xfrm>
            <a:off x="10892781" y="121265"/>
            <a:ext cx="1243251" cy="1169149"/>
            <a:chOff x="3595909" y="1268083"/>
            <a:chExt cx="3966132" cy="3811522"/>
          </a:xfrm>
        </p:grpSpPr>
        <p:graphicFrame>
          <p:nvGraphicFramePr>
            <p:cNvPr id="13" name="Diagram 12">
              <a:extLst>
                <a:ext uri="{FF2B5EF4-FFF2-40B4-BE49-F238E27FC236}">
                  <a16:creationId xmlns:a16="http://schemas.microsoft.com/office/drawing/2014/main" id="{513B3485-F298-2ED3-D1A3-2252E955FD75}"/>
                </a:ext>
              </a:extLst>
            </p:cNvPr>
            <p:cNvGraphicFramePr/>
            <p:nvPr>
              <p:extLst>
                <p:ext uri="{D42A27DB-BD31-4B8C-83A1-F6EECF244321}">
                  <p14:modId xmlns:p14="http://schemas.microsoft.com/office/powerpoint/2010/main" val="4106454593"/>
                </p:ext>
              </p:extLst>
            </p:nvPr>
          </p:nvGraphicFramePr>
          <p:xfrm>
            <a:off x="3595909" y="1268083"/>
            <a:ext cx="3966132" cy="381152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4" name="Graphic 13" descr="Brain outline">
              <a:extLst>
                <a:ext uri="{FF2B5EF4-FFF2-40B4-BE49-F238E27FC236}">
                  <a16:creationId xmlns:a16="http://schemas.microsoft.com/office/drawing/2014/main" id="{C65398D5-1531-B48A-DE1F-EBE6CEE6DE1D}"/>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282497" y="1713921"/>
              <a:ext cx="580617" cy="596233"/>
            </a:xfrm>
            <a:prstGeom prst="rect">
              <a:avLst/>
            </a:prstGeom>
          </p:spPr>
        </p:pic>
        <p:pic>
          <p:nvPicPr>
            <p:cNvPr id="15" name="Graphic 14" descr="Two Men outline">
              <a:extLst>
                <a:ext uri="{FF2B5EF4-FFF2-40B4-BE49-F238E27FC236}">
                  <a16:creationId xmlns:a16="http://schemas.microsoft.com/office/drawing/2014/main" id="{9A2F1576-D41B-D07F-22C9-967AFDC5F73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256126" y="4114301"/>
              <a:ext cx="580617" cy="596233"/>
            </a:xfrm>
            <a:prstGeom prst="rect">
              <a:avLst/>
            </a:prstGeom>
          </p:spPr>
        </p:pic>
        <p:pic>
          <p:nvPicPr>
            <p:cNvPr id="16" name="Graphic 15" descr="Head with gears outline">
              <a:extLst>
                <a:ext uri="{FF2B5EF4-FFF2-40B4-BE49-F238E27FC236}">
                  <a16:creationId xmlns:a16="http://schemas.microsoft.com/office/drawing/2014/main" id="{F47DFCCC-07FA-A37D-004A-55E7A11D56D0}"/>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5289955" y="2858735"/>
              <a:ext cx="580617" cy="596233"/>
            </a:xfrm>
            <a:prstGeom prst="rect">
              <a:avLst/>
            </a:prstGeom>
          </p:spPr>
        </p:pic>
        <p:pic>
          <p:nvPicPr>
            <p:cNvPr id="17" name="Graphic 16" descr="Books with solid fill">
              <a:extLst>
                <a:ext uri="{FF2B5EF4-FFF2-40B4-BE49-F238E27FC236}">
                  <a16:creationId xmlns:a16="http://schemas.microsoft.com/office/drawing/2014/main" id="{47119A7A-8521-F96C-DD66-196ADAAD08D8}"/>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282497" y="4077331"/>
              <a:ext cx="580617" cy="596233"/>
            </a:xfrm>
            <a:prstGeom prst="rect">
              <a:avLst/>
            </a:prstGeom>
          </p:spPr>
        </p:pic>
        <p:pic>
          <p:nvPicPr>
            <p:cNvPr id="18" name="Graphic 17" descr="Office worker female with solid fill">
              <a:extLst>
                <a:ext uri="{FF2B5EF4-FFF2-40B4-BE49-F238E27FC236}">
                  <a16:creationId xmlns:a16="http://schemas.microsoft.com/office/drawing/2014/main" id="{52EB78D8-9802-079B-6CDC-CA77A1118000}"/>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315264" y="4114301"/>
              <a:ext cx="580617" cy="596233"/>
            </a:xfrm>
            <a:prstGeom prst="rect">
              <a:avLst/>
            </a:prstGeom>
          </p:spPr>
        </p:pic>
      </p:grpSp>
      <p:sp>
        <p:nvSpPr>
          <p:cNvPr id="19" name="TextBox 18">
            <a:extLst>
              <a:ext uri="{FF2B5EF4-FFF2-40B4-BE49-F238E27FC236}">
                <a16:creationId xmlns:a16="http://schemas.microsoft.com/office/drawing/2014/main" id="{51DD8FF8-3DC6-9287-ED29-64591FF9A6D8}"/>
              </a:ext>
            </a:extLst>
          </p:cNvPr>
          <p:cNvSpPr txBox="1"/>
          <p:nvPr/>
        </p:nvSpPr>
        <p:spPr>
          <a:xfrm>
            <a:off x="6680589" y="5584707"/>
            <a:ext cx="4647811" cy="923330"/>
          </a:xfrm>
          <a:prstGeom prst="rect">
            <a:avLst/>
          </a:prstGeom>
          <a:noFill/>
        </p:spPr>
        <p:txBody>
          <a:bodyPr wrap="none" rtlCol="0">
            <a:spAutoFit/>
          </a:bodyPr>
          <a:lstStyle/>
          <a:p>
            <a:r>
              <a:rPr lang="en-US" b="1" u="sng" dirty="0"/>
              <a:t>Adaptive n-back: Individualization of Task</a:t>
            </a:r>
          </a:p>
          <a:p>
            <a:r>
              <a:rPr lang="en-US" dirty="0"/>
              <a:t>Ensure best learning and avoid ceiling effects</a:t>
            </a:r>
          </a:p>
          <a:p>
            <a:r>
              <a:rPr lang="en-US" dirty="0"/>
              <a:t>Ensure cortical activation of target network</a:t>
            </a:r>
          </a:p>
        </p:txBody>
      </p:sp>
    </p:spTree>
    <p:extLst>
      <p:ext uri="{BB962C8B-B14F-4D97-AF65-F5344CB8AC3E}">
        <p14:creationId xmlns:p14="http://schemas.microsoft.com/office/powerpoint/2010/main" val="706664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C8749-D423-9F0C-B5F6-09E8C7B844F9}"/>
              </a:ext>
            </a:extLst>
          </p:cNvPr>
          <p:cNvSpPr>
            <a:spLocks noGrp="1"/>
          </p:cNvSpPr>
          <p:nvPr>
            <p:ph type="title"/>
          </p:nvPr>
        </p:nvSpPr>
        <p:spPr>
          <a:xfrm>
            <a:off x="0" y="4702"/>
            <a:ext cx="10515600" cy="1325563"/>
          </a:xfrm>
        </p:spPr>
        <p:txBody>
          <a:bodyPr>
            <a:normAutofit/>
          </a:bodyPr>
          <a:lstStyle/>
          <a:p>
            <a:r>
              <a:rPr lang="en-GB" sz="3600" dirty="0"/>
              <a:t>Transcranial Direct Current Stimulation (tDCS)</a:t>
            </a:r>
          </a:p>
        </p:txBody>
      </p:sp>
      <p:sp>
        <p:nvSpPr>
          <p:cNvPr id="3" name="Content Placeholder 2">
            <a:extLst>
              <a:ext uri="{FF2B5EF4-FFF2-40B4-BE49-F238E27FC236}">
                <a16:creationId xmlns:a16="http://schemas.microsoft.com/office/drawing/2014/main" id="{06449306-B547-E13E-0FEF-07A4F2BC9C5B}"/>
              </a:ext>
            </a:extLst>
          </p:cNvPr>
          <p:cNvSpPr>
            <a:spLocks noGrp="1"/>
          </p:cNvSpPr>
          <p:nvPr>
            <p:ph idx="1"/>
          </p:nvPr>
        </p:nvSpPr>
        <p:spPr>
          <a:xfrm>
            <a:off x="1250302" y="5276128"/>
            <a:ext cx="10515600" cy="1460607"/>
          </a:xfrm>
        </p:spPr>
        <p:txBody>
          <a:bodyPr numCol="2">
            <a:noAutofit/>
          </a:bodyPr>
          <a:lstStyle/>
          <a:p>
            <a:pPr marL="0" indent="0">
              <a:lnSpc>
                <a:spcPct val="100000"/>
              </a:lnSpc>
              <a:buNone/>
            </a:pPr>
            <a:r>
              <a:rPr lang="en-GB" sz="1600" b="1" dirty="0"/>
              <a:t>Pros</a:t>
            </a:r>
          </a:p>
          <a:p>
            <a:pPr lvl="1">
              <a:lnSpc>
                <a:spcPct val="100000"/>
              </a:lnSpc>
            </a:pPr>
            <a:r>
              <a:rPr lang="en-GB" sz="1600" dirty="0"/>
              <a:t>Cost &amp; Accessibility</a:t>
            </a:r>
          </a:p>
          <a:p>
            <a:pPr lvl="1">
              <a:lnSpc>
                <a:spcPct val="100000"/>
              </a:lnSpc>
            </a:pPr>
            <a:r>
              <a:rPr lang="en-GB" sz="1600" dirty="0"/>
              <a:t>Safety</a:t>
            </a:r>
          </a:p>
          <a:p>
            <a:pPr lvl="1">
              <a:lnSpc>
                <a:spcPct val="100000"/>
              </a:lnSpc>
            </a:pPr>
            <a:r>
              <a:rPr lang="en-GB" sz="1600" b="1" dirty="0">
                <a:solidFill>
                  <a:srgbClr val="9B1030"/>
                </a:solidFill>
              </a:rPr>
              <a:t>Combination</a:t>
            </a:r>
          </a:p>
          <a:p>
            <a:pPr marL="0" indent="0">
              <a:lnSpc>
                <a:spcPct val="100000"/>
              </a:lnSpc>
              <a:buNone/>
            </a:pPr>
            <a:endParaRPr lang="en-GB" sz="1600" b="1" dirty="0"/>
          </a:p>
          <a:p>
            <a:pPr marL="0" indent="0">
              <a:lnSpc>
                <a:spcPct val="100000"/>
              </a:lnSpc>
              <a:buNone/>
            </a:pPr>
            <a:r>
              <a:rPr lang="en-GB" sz="1600" b="1" dirty="0"/>
              <a:t>Cons</a:t>
            </a:r>
          </a:p>
          <a:p>
            <a:pPr lvl="1">
              <a:lnSpc>
                <a:spcPct val="100000"/>
              </a:lnSpc>
            </a:pPr>
            <a:r>
              <a:rPr lang="en-GB" sz="1600" dirty="0"/>
              <a:t>Low spatial &amp; temporal targeting</a:t>
            </a:r>
          </a:p>
          <a:p>
            <a:pPr lvl="1">
              <a:lnSpc>
                <a:spcPct val="100000"/>
              </a:lnSpc>
            </a:pPr>
            <a:r>
              <a:rPr lang="en-GB" sz="1600" dirty="0"/>
              <a:t>Weak current</a:t>
            </a:r>
          </a:p>
          <a:p>
            <a:pPr lvl="1">
              <a:lnSpc>
                <a:spcPct val="100000"/>
              </a:lnSpc>
            </a:pPr>
            <a:r>
              <a:rPr lang="en-GB" sz="1600" dirty="0"/>
              <a:t>It is current </a:t>
            </a:r>
          </a:p>
          <a:p>
            <a:pPr lvl="1">
              <a:lnSpc>
                <a:spcPct val="100000"/>
              </a:lnSpc>
            </a:pPr>
            <a:endParaRPr lang="en-GB" sz="1600" dirty="0"/>
          </a:p>
        </p:txBody>
      </p:sp>
      <p:grpSp>
        <p:nvGrpSpPr>
          <p:cNvPr id="18" name="Group 17">
            <a:extLst>
              <a:ext uri="{FF2B5EF4-FFF2-40B4-BE49-F238E27FC236}">
                <a16:creationId xmlns:a16="http://schemas.microsoft.com/office/drawing/2014/main" id="{84F05DF0-0B44-5505-F909-272C7A35C011}"/>
              </a:ext>
            </a:extLst>
          </p:cNvPr>
          <p:cNvGrpSpPr/>
          <p:nvPr/>
        </p:nvGrpSpPr>
        <p:grpSpPr>
          <a:xfrm>
            <a:off x="1084816" y="1085760"/>
            <a:ext cx="9535194" cy="3982374"/>
            <a:chOff x="1742986" y="1113887"/>
            <a:chExt cx="9535194" cy="3982374"/>
          </a:xfrm>
        </p:grpSpPr>
        <p:pic>
          <p:nvPicPr>
            <p:cNvPr id="6" name="Grafik 6" descr="Ein Bild, das Person, darstellend enthält.&#10;&#10;Automatisch generierte Beschreibung">
              <a:extLst>
                <a:ext uri="{FF2B5EF4-FFF2-40B4-BE49-F238E27FC236}">
                  <a16:creationId xmlns:a16="http://schemas.microsoft.com/office/drawing/2014/main" id="{F23A1C62-7386-2049-BAC7-80BEBBC5F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3228" y="1511170"/>
              <a:ext cx="2284952" cy="3046867"/>
            </a:xfrm>
            <a:prstGeom prst="rect">
              <a:avLst/>
            </a:prstGeom>
          </p:spPr>
        </p:pic>
        <p:pic>
          <p:nvPicPr>
            <p:cNvPr id="1026" name="Picture 2" descr="neuroConn DC-STIMULATOR PLUS | neurocare technology">
              <a:extLst>
                <a:ext uri="{FF2B5EF4-FFF2-40B4-BE49-F238E27FC236}">
                  <a16:creationId xmlns:a16="http://schemas.microsoft.com/office/drawing/2014/main" id="{43C5EC27-11A9-A5F9-9414-9C7BC7C96F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42986" y="1730304"/>
              <a:ext cx="3538019" cy="23598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04FA6AC0-0EF8-A9D7-FB76-7B155A184F69}"/>
                </a:ext>
              </a:extLst>
            </p:cNvPr>
            <p:cNvGrpSpPr/>
            <p:nvPr/>
          </p:nvGrpSpPr>
          <p:grpSpPr>
            <a:xfrm>
              <a:off x="6058077" y="1113887"/>
              <a:ext cx="1955543" cy="3982374"/>
              <a:chOff x="4248639" y="1600958"/>
              <a:chExt cx="2486189" cy="5142586"/>
            </a:xfrm>
          </p:grpSpPr>
          <p:grpSp>
            <p:nvGrpSpPr>
              <p:cNvPr id="7" name="그룹 32">
                <a:extLst>
                  <a:ext uri="{FF2B5EF4-FFF2-40B4-BE49-F238E27FC236}">
                    <a16:creationId xmlns:a16="http://schemas.microsoft.com/office/drawing/2014/main" id="{4E08CC8B-BAF9-4820-3CBA-3A4275AABFE2}"/>
                  </a:ext>
                </a:extLst>
              </p:cNvPr>
              <p:cNvGrpSpPr/>
              <p:nvPr/>
            </p:nvGrpSpPr>
            <p:grpSpPr>
              <a:xfrm>
                <a:off x="4554088" y="4249559"/>
                <a:ext cx="1875289" cy="2493985"/>
                <a:chOff x="7276862" y="1165318"/>
                <a:chExt cx="1875289" cy="2493985"/>
              </a:xfrm>
            </p:grpSpPr>
            <p:pic>
              <p:nvPicPr>
                <p:cNvPr id="26" name="그림 7">
                  <a:extLst>
                    <a:ext uri="{FF2B5EF4-FFF2-40B4-BE49-F238E27FC236}">
                      <a16:creationId xmlns:a16="http://schemas.microsoft.com/office/drawing/2014/main" id="{ED1E412F-1B89-60B2-435E-795295924D3E}"/>
                    </a:ext>
                  </a:extLst>
                </p:cNvPr>
                <p:cNvPicPr>
                  <a:picLocks noChangeAspect="1"/>
                </p:cNvPicPr>
                <p:nvPr/>
              </p:nvPicPr>
              <p:blipFill>
                <a:blip r:embed="rId4"/>
                <a:stretch>
                  <a:fillRect/>
                </a:stretch>
              </p:blipFill>
              <p:spPr>
                <a:xfrm>
                  <a:off x="7276862" y="1165318"/>
                  <a:ext cx="1875289" cy="1752721"/>
                </a:xfrm>
                <a:prstGeom prst="rect">
                  <a:avLst/>
                </a:prstGeom>
              </p:spPr>
            </p:pic>
            <p:grpSp>
              <p:nvGrpSpPr>
                <p:cNvPr id="11" name="그룹 9">
                  <a:extLst>
                    <a:ext uri="{FF2B5EF4-FFF2-40B4-BE49-F238E27FC236}">
                      <a16:creationId xmlns:a16="http://schemas.microsoft.com/office/drawing/2014/main" id="{EA5A78A4-37F1-BE92-FAD1-FFBC90BA03D6}"/>
                    </a:ext>
                  </a:extLst>
                </p:cNvPr>
                <p:cNvGrpSpPr/>
                <p:nvPr/>
              </p:nvGrpSpPr>
              <p:grpSpPr>
                <a:xfrm>
                  <a:off x="7600863" y="2929779"/>
                  <a:ext cx="1227287" cy="729524"/>
                  <a:chOff x="5127602" y="3362274"/>
                  <a:chExt cx="1227287" cy="729524"/>
                </a:xfrm>
              </p:grpSpPr>
              <p:pic>
                <p:nvPicPr>
                  <p:cNvPr id="12" name="그림 10">
                    <a:extLst>
                      <a:ext uri="{FF2B5EF4-FFF2-40B4-BE49-F238E27FC236}">
                        <a16:creationId xmlns:a16="http://schemas.microsoft.com/office/drawing/2014/main" id="{7D05B872-6E4C-3183-B5C4-75317B885EB8}"/>
                      </a:ext>
                    </a:extLst>
                  </p:cNvPr>
                  <p:cNvPicPr>
                    <a:picLocks noChangeAspect="1"/>
                  </p:cNvPicPr>
                  <p:nvPr/>
                </p:nvPicPr>
                <p:blipFill>
                  <a:blip r:embed="rId5"/>
                  <a:stretch>
                    <a:fillRect/>
                  </a:stretch>
                </p:blipFill>
                <p:spPr>
                  <a:xfrm rot="5400000">
                    <a:off x="5654165" y="3327370"/>
                    <a:ext cx="123906" cy="820600"/>
                  </a:xfrm>
                  <a:prstGeom prst="rect">
                    <a:avLst/>
                  </a:prstGeom>
                </p:spPr>
              </p:pic>
              <p:sp>
                <p:nvSpPr>
                  <p:cNvPr id="13" name="TextBox 11">
                    <a:extLst>
                      <a:ext uri="{FF2B5EF4-FFF2-40B4-BE49-F238E27FC236}">
                        <a16:creationId xmlns:a16="http://schemas.microsoft.com/office/drawing/2014/main" id="{B67868B8-B61A-8C1A-F449-19F64AD94199}"/>
                      </a:ext>
                    </a:extLst>
                  </p:cNvPr>
                  <p:cNvSpPr txBox="1"/>
                  <p:nvPr/>
                </p:nvSpPr>
                <p:spPr>
                  <a:xfrm>
                    <a:off x="5232968" y="3362274"/>
                    <a:ext cx="858418" cy="246221"/>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pPr algn="ctr"/>
                    <a:r>
                      <a:rPr lang="en-US" altLang="ko-KR" sz="1000" b="1" dirty="0">
                        <a:latin typeface="Times New Roman" panose="02020603050405020304" pitchFamily="18" charset="0"/>
                        <a:cs typeface="Times New Roman" panose="02020603050405020304" pitchFamily="18" charset="0"/>
                      </a:rPr>
                      <a:t>E (V/m)</a:t>
                    </a:r>
                    <a:endParaRPr lang="ko-KR" altLang="en-US" sz="1000" b="1" dirty="0">
                      <a:latin typeface="Times New Roman" panose="02020603050405020304" pitchFamily="18" charset="0"/>
                      <a:cs typeface="Times New Roman" panose="02020603050405020304" pitchFamily="18" charset="0"/>
                    </a:endParaRPr>
                  </a:p>
                </p:txBody>
              </p:sp>
              <p:sp>
                <p:nvSpPr>
                  <p:cNvPr id="15" name="TextBox 13">
                    <a:extLst>
                      <a:ext uri="{FF2B5EF4-FFF2-40B4-BE49-F238E27FC236}">
                        <a16:creationId xmlns:a16="http://schemas.microsoft.com/office/drawing/2014/main" id="{F379ED3E-9246-3751-9C7A-D0C3064FB655}"/>
                      </a:ext>
                    </a:extLst>
                  </p:cNvPr>
                  <p:cNvSpPr txBox="1"/>
                  <p:nvPr/>
                </p:nvSpPr>
                <p:spPr>
                  <a:xfrm>
                    <a:off x="5127602" y="3773843"/>
                    <a:ext cx="1227287" cy="317955"/>
                  </a:xfrm>
                  <a:prstGeom prst="rect">
                    <a:avLst/>
                  </a:prstGeom>
                  <a:noFill/>
                </p:spPr>
                <p:txBody>
                  <a:bodyPr wrap="square" rtlCol="0">
                    <a:spAutoFit/>
                  </a:bodyPr>
                  <a:ls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a:lstStyle>
                  <a:p>
                    <a:r>
                      <a:rPr lang="en-US" altLang="ko-KR" sz="1000" dirty="0">
                        <a:latin typeface="Times New Roman" panose="02020603050405020304" pitchFamily="18" charset="0"/>
                        <a:cs typeface="Times New Roman" panose="02020603050405020304" pitchFamily="18" charset="0"/>
                      </a:rPr>
                      <a:t>0               0.15</a:t>
                    </a:r>
                    <a:endParaRPr lang="ko-KR" altLang="en-US" sz="1000" dirty="0">
                      <a:latin typeface="Times New Roman" panose="02020603050405020304" pitchFamily="18" charset="0"/>
                      <a:cs typeface="Times New Roman" panose="02020603050405020304" pitchFamily="18" charset="0"/>
                    </a:endParaRPr>
                  </a:p>
                </p:txBody>
              </p:sp>
            </p:grpSp>
          </p:grpSp>
          <p:pic>
            <p:nvPicPr>
              <p:cNvPr id="27" name="그림 38">
                <a:extLst>
                  <a:ext uri="{FF2B5EF4-FFF2-40B4-BE49-F238E27FC236}">
                    <a16:creationId xmlns:a16="http://schemas.microsoft.com/office/drawing/2014/main" id="{91E827C6-65ED-47B3-0941-6CE19692FA57}"/>
                  </a:ext>
                </a:extLst>
              </p:cNvPr>
              <p:cNvPicPr>
                <a:picLocks noChangeAspect="1"/>
              </p:cNvPicPr>
              <p:nvPr/>
            </p:nvPicPr>
            <p:blipFill rotWithShape="1">
              <a:blip r:embed="rId6"/>
              <a:srcRect l="927"/>
              <a:stretch/>
            </p:blipFill>
            <p:spPr>
              <a:xfrm>
                <a:off x="4248639" y="1600958"/>
                <a:ext cx="2486189" cy="2753336"/>
              </a:xfrm>
              <a:prstGeom prst="rect">
                <a:avLst/>
              </a:prstGeom>
            </p:spPr>
          </p:pic>
        </p:grpSp>
      </p:grpSp>
      <p:cxnSp>
        <p:nvCxnSpPr>
          <p:cNvPr id="20" name="Straight Connector 19">
            <a:extLst>
              <a:ext uri="{FF2B5EF4-FFF2-40B4-BE49-F238E27FC236}">
                <a16:creationId xmlns:a16="http://schemas.microsoft.com/office/drawing/2014/main" id="{C76DBA9E-20A9-84D0-C1D3-3B8657C48D18}"/>
              </a:ext>
            </a:extLst>
          </p:cNvPr>
          <p:cNvCxnSpPr>
            <a:cxnSpLocks/>
          </p:cNvCxnSpPr>
          <p:nvPr/>
        </p:nvCxnSpPr>
        <p:spPr>
          <a:xfrm>
            <a:off x="967740" y="5138453"/>
            <a:ext cx="10798162" cy="7514"/>
          </a:xfrm>
          <a:prstGeom prst="line">
            <a:avLst/>
          </a:prstGeom>
          <a:ln w="57150"/>
        </p:spPr>
        <p:style>
          <a:lnRef idx="2">
            <a:schemeClr val="dk1"/>
          </a:lnRef>
          <a:fillRef idx="0">
            <a:schemeClr val="dk1"/>
          </a:fillRef>
          <a:effectRef idx="1">
            <a:schemeClr val="dk1"/>
          </a:effectRef>
          <a:fontRef idx="minor">
            <a:schemeClr val="tx1"/>
          </a:fontRef>
        </p:style>
      </p:cxnSp>
      <p:sp>
        <p:nvSpPr>
          <p:cNvPr id="8" name="TextBox 7">
            <a:extLst>
              <a:ext uri="{FF2B5EF4-FFF2-40B4-BE49-F238E27FC236}">
                <a16:creationId xmlns:a16="http://schemas.microsoft.com/office/drawing/2014/main" id="{46F1624F-01C0-8FBB-BC4E-7C17C8056CAD}"/>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9" name="TextBox 8">
            <a:extLst>
              <a:ext uri="{FF2B5EF4-FFF2-40B4-BE49-F238E27FC236}">
                <a16:creationId xmlns:a16="http://schemas.microsoft.com/office/drawing/2014/main" id="{ED3BF4E0-C7D2-0120-F3FE-E08B7D3D41F0}"/>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grpSp>
        <p:nvGrpSpPr>
          <p:cNvPr id="28" name="Group 27">
            <a:extLst>
              <a:ext uri="{FF2B5EF4-FFF2-40B4-BE49-F238E27FC236}">
                <a16:creationId xmlns:a16="http://schemas.microsoft.com/office/drawing/2014/main" id="{04F5C423-C154-59C8-419B-47009957C006}"/>
              </a:ext>
            </a:extLst>
          </p:cNvPr>
          <p:cNvGrpSpPr/>
          <p:nvPr/>
        </p:nvGrpSpPr>
        <p:grpSpPr>
          <a:xfrm>
            <a:off x="10892781" y="121265"/>
            <a:ext cx="1243251" cy="1169149"/>
            <a:chOff x="3595909" y="1268083"/>
            <a:chExt cx="3966132" cy="3811522"/>
          </a:xfrm>
        </p:grpSpPr>
        <p:graphicFrame>
          <p:nvGraphicFramePr>
            <p:cNvPr id="29" name="Diagram 28">
              <a:extLst>
                <a:ext uri="{FF2B5EF4-FFF2-40B4-BE49-F238E27FC236}">
                  <a16:creationId xmlns:a16="http://schemas.microsoft.com/office/drawing/2014/main" id="{E8A0F428-CC4F-BE98-00AF-B11EEE25F4AA}"/>
                </a:ext>
              </a:extLst>
            </p:cNvPr>
            <p:cNvGraphicFramePr/>
            <p:nvPr>
              <p:extLst>
                <p:ext uri="{D42A27DB-BD31-4B8C-83A1-F6EECF244321}">
                  <p14:modId xmlns:p14="http://schemas.microsoft.com/office/powerpoint/2010/main" val="1265196660"/>
                </p:ext>
              </p:extLst>
            </p:nvPr>
          </p:nvGraphicFramePr>
          <p:xfrm>
            <a:off x="3595909" y="1268083"/>
            <a:ext cx="3966132" cy="381152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30" name="Graphic 29" descr="Brain outline">
              <a:extLst>
                <a:ext uri="{FF2B5EF4-FFF2-40B4-BE49-F238E27FC236}">
                  <a16:creationId xmlns:a16="http://schemas.microsoft.com/office/drawing/2014/main" id="{854FCE05-9D04-8D7A-14B4-7EAD99B5F0E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282497" y="1713921"/>
              <a:ext cx="580617" cy="596233"/>
            </a:xfrm>
            <a:prstGeom prst="rect">
              <a:avLst/>
            </a:prstGeom>
          </p:spPr>
        </p:pic>
        <p:pic>
          <p:nvPicPr>
            <p:cNvPr id="31" name="Graphic 30" descr="Two Men outline">
              <a:extLst>
                <a:ext uri="{FF2B5EF4-FFF2-40B4-BE49-F238E27FC236}">
                  <a16:creationId xmlns:a16="http://schemas.microsoft.com/office/drawing/2014/main" id="{43A0FB3B-7D2C-303B-3278-95E8E54756BE}"/>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256126" y="4114301"/>
              <a:ext cx="580617" cy="596233"/>
            </a:xfrm>
            <a:prstGeom prst="rect">
              <a:avLst/>
            </a:prstGeom>
          </p:spPr>
        </p:pic>
        <p:pic>
          <p:nvPicPr>
            <p:cNvPr id="32" name="Graphic 31" descr="Head with gears outline">
              <a:extLst>
                <a:ext uri="{FF2B5EF4-FFF2-40B4-BE49-F238E27FC236}">
                  <a16:creationId xmlns:a16="http://schemas.microsoft.com/office/drawing/2014/main" id="{D0010ACD-FCE4-A4E7-72F0-C714E7D4EE21}"/>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5289955" y="2858735"/>
              <a:ext cx="580617" cy="596233"/>
            </a:xfrm>
            <a:prstGeom prst="rect">
              <a:avLst/>
            </a:prstGeom>
          </p:spPr>
        </p:pic>
        <p:pic>
          <p:nvPicPr>
            <p:cNvPr id="33" name="Graphic 32" descr="Books with solid fill">
              <a:extLst>
                <a:ext uri="{FF2B5EF4-FFF2-40B4-BE49-F238E27FC236}">
                  <a16:creationId xmlns:a16="http://schemas.microsoft.com/office/drawing/2014/main" id="{83F1D51F-CE90-F15D-52CD-6A53CDC1998A}"/>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282497" y="4077331"/>
              <a:ext cx="580617" cy="596233"/>
            </a:xfrm>
            <a:prstGeom prst="rect">
              <a:avLst/>
            </a:prstGeom>
          </p:spPr>
        </p:pic>
        <p:pic>
          <p:nvPicPr>
            <p:cNvPr id="34" name="Graphic 33" descr="Office worker female with solid fill">
              <a:extLst>
                <a:ext uri="{FF2B5EF4-FFF2-40B4-BE49-F238E27FC236}">
                  <a16:creationId xmlns:a16="http://schemas.microsoft.com/office/drawing/2014/main" id="{4CBF47C2-68DD-AE62-6273-577FD8DE1398}"/>
                </a:ext>
              </a:extLst>
            </p:cNvP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315264" y="4114301"/>
              <a:ext cx="580617" cy="596233"/>
            </a:xfrm>
            <a:prstGeom prst="rect">
              <a:avLst/>
            </a:prstGeom>
          </p:spPr>
        </p:pic>
      </p:grpSp>
    </p:spTree>
    <p:extLst>
      <p:ext uri="{BB962C8B-B14F-4D97-AF65-F5344CB8AC3E}">
        <p14:creationId xmlns:p14="http://schemas.microsoft.com/office/powerpoint/2010/main" val="2863528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64E10-9723-771F-6158-D47186DFC01E}"/>
              </a:ext>
            </a:extLst>
          </p:cNvPr>
          <p:cNvSpPr>
            <a:spLocks noGrp="1"/>
          </p:cNvSpPr>
          <p:nvPr>
            <p:ph type="title"/>
          </p:nvPr>
        </p:nvSpPr>
        <p:spPr>
          <a:xfrm>
            <a:off x="55968" y="29957"/>
            <a:ext cx="10515600" cy="1325563"/>
          </a:xfrm>
        </p:spPr>
        <p:txBody>
          <a:bodyPr/>
          <a:lstStyle/>
          <a:p>
            <a:r>
              <a:rPr lang="en-US" sz="3600"/>
              <a:t>Combination</a:t>
            </a:r>
            <a:endParaRPr lang="en-GB" dirty="0"/>
          </a:p>
        </p:txBody>
      </p:sp>
      <p:grpSp>
        <p:nvGrpSpPr>
          <p:cNvPr id="3" name="Group 2">
            <a:extLst>
              <a:ext uri="{FF2B5EF4-FFF2-40B4-BE49-F238E27FC236}">
                <a16:creationId xmlns:a16="http://schemas.microsoft.com/office/drawing/2014/main" id="{F8BAB4A6-38A6-5DC2-B842-7E5593902E3C}"/>
              </a:ext>
            </a:extLst>
          </p:cNvPr>
          <p:cNvGrpSpPr/>
          <p:nvPr/>
        </p:nvGrpSpPr>
        <p:grpSpPr>
          <a:xfrm>
            <a:off x="10892781" y="121265"/>
            <a:ext cx="1243251" cy="1169149"/>
            <a:chOff x="3595909" y="1268083"/>
            <a:chExt cx="3966132" cy="3811522"/>
          </a:xfrm>
        </p:grpSpPr>
        <p:graphicFrame>
          <p:nvGraphicFramePr>
            <p:cNvPr id="5" name="Diagram 4">
              <a:extLst>
                <a:ext uri="{FF2B5EF4-FFF2-40B4-BE49-F238E27FC236}">
                  <a16:creationId xmlns:a16="http://schemas.microsoft.com/office/drawing/2014/main" id="{FAA39584-A4A7-A683-73F2-7D981522815A}"/>
                </a:ext>
              </a:extLst>
            </p:cNvPr>
            <p:cNvGraphicFramePr/>
            <p:nvPr>
              <p:extLst>
                <p:ext uri="{D42A27DB-BD31-4B8C-83A1-F6EECF244321}">
                  <p14:modId xmlns:p14="http://schemas.microsoft.com/office/powerpoint/2010/main" val="3815675477"/>
                </p:ext>
              </p:extLst>
            </p:nvPr>
          </p:nvGraphicFramePr>
          <p:xfrm>
            <a:off x="3595909" y="1268083"/>
            <a:ext cx="3966132" cy="38115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Graphic 5" descr="Brain outline">
              <a:extLst>
                <a:ext uri="{FF2B5EF4-FFF2-40B4-BE49-F238E27FC236}">
                  <a16:creationId xmlns:a16="http://schemas.microsoft.com/office/drawing/2014/main" id="{39818F22-D8C4-AE51-8EE1-41AE24ED34B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82497" y="1713921"/>
              <a:ext cx="580617" cy="596233"/>
            </a:xfrm>
            <a:prstGeom prst="rect">
              <a:avLst/>
            </a:prstGeom>
          </p:spPr>
        </p:pic>
        <p:pic>
          <p:nvPicPr>
            <p:cNvPr id="12" name="Graphic 11" descr="Two Men outline">
              <a:extLst>
                <a:ext uri="{FF2B5EF4-FFF2-40B4-BE49-F238E27FC236}">
                  <a16:creationId xmlns:a16="http://schemas.microsoft.com/office/drawing/2014/main" id="{5209B1D5-65E8-2BB6-240A-698995618B2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256126" y="4114301"/>
              <a:ext cx="580617" cy="596233"/>
            </a:xfrm>
            <a:prstGeom prst="rect">
              <a:avLst/>
            </a:prstGeom>
          </p:spPr>
        </p:pic>
        <p:pic>
          <p:nvPicPr>
            <p:cNvPr id="13" name="Graphic 12" descr="Head with gears outline">
              <a:extLst>
                <a:ext uri="{FF2B5EF4-FFF2-40B4-BE49-F238E27FC236}">
                  <a16:creationId xmlns:a16="http://schemas.microsoft.com/office/drawing/2014/main" id="{86064C32-79AD-3984-414B-90C204D2F36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289955" y="2858735"/>
              <a:ext cx="580617" cy="596233"/>
            </a:xfrm>
            <a:prstGeom prst="rect">
              <a:avLst/>
            </a:prstGeom>
          </p:spPr>
        </p:pic>
        <p:pic>
          <p:nvPicPr>
            <p:cNvPr id="14" name="Graphic 13" descr="Books with solid fill">
              <a:extLst>
                <a:ext uri="{FF2B5EF4-FFF2-40B4-BE49-F238E27FC236}">
                  <a16:creationId xmlns:a16="http://schemas.microsoft.com/office/drawing/2014/main" id="{4A91980D-14D9-8CC4-9708-6318EA975FFF}"/>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282497" y="4077331"/>
              <a:ext cx="580617" cy="596233"/>
            </a:xfrm>
            <a:prstGeom prst="rect">
              <a:avLst/>
            </a:prstGeom>
          </p:spPr>
        </p:pic>
        <p:pic>
          <p:nvPicPr>
            <p:cNvPr id="15" name="Graphic 14" descr="Office worker female with solid fill">
              <a:extLst>
                <a:ext uri="{FF2B5EF4-FFF2-40B4-BE49-F238E27FC236}">
                  <a16:creationId xmlns:a16="http://schemas.microsoft.com/office/drawing/2014/main" id="{B0DFD179-733F-2F9A-DFF2-8654ABAD9DF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15264" y="4114301"/>
              <a:ext cx="580617" cy="596233"/>
            </a:xfrm>
            <a:prstGeom prst="rect">
              <a:avLst/>
            </a:prstGeom>
          </p:spPr>
        </p:pic>
      </p:grpSp>
      <p:grpSp>
        <p:nvGrpSpPr>
          <p:cNvPr id="36" name="Group 35">
            <a:extLst>
              <a:ext uri="{FF2B5EF4-FFF2-40B4-BE49-F238E27FC236}">
                <a16:creationId xmlns:a16="http://schemas.microsoft.com/office/drawing/2014/main" id="{FFC23C4B-3C9D-D33A-596A-A1F277A5B240}"/>
              </a:ext>
            </a:extLst>
          </p:cNvPr>
          <p:cNvGrpSpPr/>
          <p:nvPr/>
        </p:nvGrpSpPr>
        <p:grpSpPr>
          <a:xfrm>
            <a:off x="4138569" y="1719947"/>
            <a:ext cx="3132525" cy="3808911"/>
            <a:chOff x="4138569" y="1719947"/>
            <a:chExt cx="3132525" cy="3808911"/>
          </a:xfrm>
        </p:grpSpPr>
        <p:sp>
          <p:nvSpPr>
            <p:cNvPr id="7" name="TextBox 6">
              <a:extLst>
                <a:ext uri="{FF2B5EF4-FFF2-40B4-BE49-F238E27FC236}">
                  <a16:creationId xmlns:a16="http://schemas.microsoft.com/office/drawing/2014/main" id="{168DA2AD-6C42-5B75-87CF-F7A5FEF884CD}"/>
                </a:ext>
              </a:extLst>
            </p:cNvPr>
            <p:cNvSpPr txBox="1"/>
            <p:nvPr/>
          </p:nvSpPr>
          <p:spPr>
            <a:xfrm>
              <a:off x="4138569" y="1719947"/>
              <a:ext cx="3132525" cy="584775"/>
            </a:xfrm>
            <a:prstGeom prst="rect">
              <a:avLst/>
            </a:prstGeom>
            <a:noFill/>
          </p:spPr>
          <p:txBody>
            <a:bodyPr wrap="none" rtlCol="0">
              <a:spAutoFit/>
            </a:bodyPr>
            <a:lstStyle/>
            <a:p>
              <a:pPr algn="ctr"/>
              <a:r>
                <a:rPr lang="en-US" sz="1600" b="1" dirty="0"/>
                <a:t>Determine the right target in HC</a:t>
              </a:r>
              <a:br>
                <a:rPr lang="en-US" sz="1600" b="1" dirty="0"/>
              </a:br>
              <a:r>
                <a:rPr lang="en-US" sz="1600" dirty="0"/>
                <a:t>(Laterality Test)</a:t>
              </a:r>
              <a:endParaRPr lang="en-GB" sz="1600" dirty="0"/>
            </a:p>
          </p:txBody>
        </p:sp>
        <p:grpSp>
          <p:nvGrpSpPr>
            <p:cNvPr id="32" name="Group 31">
              <a:extLst>
                <a:ext uri="{FF2B5EF4-FFF2-40B4-BE49-F238E27FC236}">
                  <a16:creationId xmlns:a16="http://schemas.microsoft.com/office/drawing/2014/main" id="{C436AE27-EF1D-1CCE-0C4E-EF6FCE75D3DC}"/>
                </a:ext>
              </a:extLst>
            </p:cNvPr>
            <p:cNvGrpSpPr/>
            <p:nvPr/>
          </p:nvGrpSpPr>
          <p:grpSpPr>
            <a:xfrm>
              <a:off x="4244526" y="2812830"/>
              <a:ext cx="2710294" cy="2716028"/>
              <a:chOff x="4244526" y="2812830"/>
              <a:chExt cx="2710294" cy="2716028"/>
            </a:xfrm>
          </p:grpSpPr>
          <p:sp>
            <p:nvSpPr>
              <p:cNvPr id="4" name="TextBox 3">
                <a:extLst>
                  <a:ext uri="{FF2B5EF4-FFF2-40B4-BE49-F238E27FC236}">
                    <a16:creationId xmlns:a16="http://schemas.microsoft.com/office/drawing/2014/main" id="{B865B9A6-D0AF-F2B2-01E4-650ED1E62EDB}"/>
                  </a:ext>
                </a:extLst>
              </p:cNvPr>
              <p:cNvSpPr txBox="1"/>
              <p:nvPr/>
            </p:nvSpPr>
            <p:spPr>
              <a:xfrm>
                <a:off x="6140173" y="5313414"/>
                <a:ext cx="814647" cy="215444"/>
              </a:xfrm>
              <a:prstGeom prst="rect">
                <a:avLst/>
              </a:prstGeom>
              <a:noFill/>
            </p:spPr>
            <p:txBody>
              <a:bodyPr wrap="none" rtlCol="0">
                <a:spAutoFit/>
              </a:bodyPr>
              <a:lstStyle/>
              <a:p>
                <a:r>
                  <a:rPr lang="en-US" sz="800" dirty="0"/>
                  <a:t>Ruf et al. 2017</a:t>
                </a:r>
                <a:endParaRPr lang="en-GB" sz="800" dirty="0"/>
              </a:p>
            </p:txBody>
          </p:sp>
          <p:pic>
            <p:nvPicPr>
              <p:cNvPr id="16" name="Picture 2" descr="Figure 1">
                <a:extLst>
                  <a:ext uri="{FF2B5EF4-FFF2-40B4-BE49-F238E27FC236}">
                    <a16:creationId xmlns:a16="http://schemas.microsoft.com/office/drawing/2014/main" id="{4BE21F9F-954D-06B7-E301-0CA8A2A1A207}"/>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44526" y="2812830"/>
                <a:ext cx="2665270" cy="251127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7" name="Group 36">
            <a:extLst>
              <a:ext uri="{FF2B5EF4-FFF2-40B4-BE49-F238E27FC236}">
                <a16:creationId xmlns:a16="http://schemas.microsoft.com/office/drawing/2014/main" id="{A30F48F2-1693-F912-6191-2BF57C31DC3F}"/>
              </a:ext>
            </a:extLst>
          </p:cNvPr>
          <p:cNvGrpSpPr/>
          <p:nvPr/>
        </p:nvGrpSpPr>
        <p:grpSpPr>
          <a:xfrm>
            <a:off x="7652098" y="1719948"/>
            <a:ext cx="4163721" cy="3180000"/>
            <a:chOff x="7652098" y="1719948"/>
            <a:chExt cx="4163721" cy="3180000"/>
          </a:xfrm>
        </p:grpSpPr>
        <p:sp>
          <p:nvSpPr>
            <p:cNvPr id="8" name="TextBox 7">
              <a:extLst>
                <a:ext uri="{FF2B5EF4-FFF2-40B4-BE49-F238E27FC236}">
                  <a16:creationId xmlns:a16="http://schemas.microsoft.com/office/drawing/2014/main" id="{BA5BE96E-F436-3AF4-EF7B-2F85A9182890}"/>
                </a:ext>
              </a:extLst>
            </p:cNvPr>
            <p:cNvSpPr txBox="1"/>
            <p:nvPr/>
          </p:nvSpPr>
          <p:spPr>
            <a:xfrm>
              <a:off x="8301848" y="1719948"/>
              <a:ext cx="3057632" cy="584775"/>
            </a:xfrm>
            <a:prstGeom prst="rect">
              <a:avLst/>
            </a:prstGeom>
            <a:noFill/>
          </p:spPr>
          <p:txBody>
            <a:bodyPr wrap="none" rtlCol="0">
              <a:spAutoFit/>
            </a:bodyPr>
            <a:lstStyle/>
            <a:p>
              <a:pPr algn="ctr"/>
              <a:r>
                <a:rPr lang="en-US" sz="1600" b="1" dirty="0"/>
                <a:t>Stimulation Intensity in SZ</a:t>
              </a:r>
              <a:br>
                <a:rPr lang="en-US" sz="1600" b="1" dirty="0"/>
              </a:br>
              <a:r>
                <a:rPr lang="en-US" sz="1600" dirty="0"/>
                <a:t>(Spatial WM + right DLPFC tDCS)</a:t>
              </a:r>
              <a:endParaRPr lang="en-GB" sz="1600" dirty="0"/>
            </a:p>
          </p:txBody>
        </p:sp>
        <p:grpSp>
          <p:nvGrpSpPr>
            <p:cNvPr id="33" name="Group 32">
              <a:extLst>
                <a:ext uri="{FF2B5EF4-FFF2-40B4-BE49-F238E27FC236}">
                  <a16:creationId xmlns:a16="http://schemas.microsoft.com/office/drawing/2014/main" id="{A6E5B5B9-A658-BFE9-908C-6DADC9358995}"/>
                </a:ext>
              </a:extLst>
            </p:cNvPr>
            <p:cNvGrpSpPr/>
            <p:nvPr/>
          </p:nvGrpSpPr>
          <p:grpSpPr>
            <a:xfrm>
              <a:off x="7652098" y="2983286"/>
              <a:ext cx="4163721" cy="1916662"/>
              <a:chOff x="7652098" y="2983286"/>
              <a:chExt cx="4163721" cy="1916662"/>
            </a:xfrm>
          </p:grpSpPr>
          <p:sp>
            <p:nvSpPr>
              <p:cNvPr id="9" name="TextBox 8">
                <a:extLst>
                  <a:ext uri="{FF2B5EF4-FFF2-40B4-BE49-F238E27FC236}">
                    <a16:creationId xmlns:a16="http://schemas.microsoft.com/office/drawing/2014/main" id="{3E1CDD86-FC64-D164-368E-5862F0576673}"/>
                  </a:ext>
                </a:extLst>
              </p:cNvPr>
              <p:cNvSpPr txBox="1"/>
              <p:nvPr/>
            </p:nvSpPr>
            <p:spPr>
              <a:xfrm>
                <a:off x="10571568" y="4684504"/>
                <a:ext cx="1127232" cy="215444"/>
              </a:xfrm>
              <a:prstGeom prst="rect">
                <a:avLst/>
              </a:prstGeom>
              <a:noFill/>
            </p:spPr>
            <p:txBody>
              <a:bodyPr wrap="none" rtlCol="0">
                <a:spAutoFit/>
              </a:bodyPr>
              <a:lstStyle/>
              <a:p>
                <a:r>
                  <a:rPr lang="en-US" sz="800" dirty="0"/>
                  <a:t>Schwippel et al. 2018</a:t>
                </a:r>
                <a:endParaRPr lang="en-GB" sz="800" dirty="0"/>
              </a:p>
            </p:txBody>
          </p:sp>
          <p:pic>
            <p:nvPicPr>
              <p:cNvPr id="17" name="Picture 16" descr="A comparison of a number of different sizes of objects&#10;&#10;Description automatically generated with medium confidence">
                <a:extLst>
                  <a:ext uri="{FF2B5EF4-FFF2-40B4-BE49-F238E27FC236}">
                    <a16:creationId xmlns:a16="http://schemas.microsoft.com/office/drawing/2014/main" id="{A337D537-0BB6-D87D-2311-2B681C3B8DA9}"/>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7652098" y="2983286"/>
                <a:ext cx="4163721" cy="1509092"/>
              </a:xfrm>
              <a:prstGeom prst="rect">
                <a:avLst/>
              </a:prstGeom>
            </p:spPr>
          </p:pic>
        </p:grpSp>
      </p:grpSp>
      <p:sp>
        <p:nvSpPr>
          <p:cNvPr id="10" name="TextBox 9">
            <a:extLst>
              <a:ext uri="{FF2B5EF4-FFF2-40B4-BE49-F238E27FC236}">
                <a16:creationId xmlns:a16="http://schemas.microsoft.com/office/drawing/2014/main" id="{61DF7B87-924C-4CA5-F97D-BE52419883F7}"/>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11" name="TextBox 10">
            <a:extLst>
              <a:ext uri="{FF2B5EF4-FFF2-40B4-BE49-F238E27FC236}">
                <a16:creationId xmlns:a16="http://schemas.microsoft.com/office/drawing/2014/main" id="{73909DE1-088B-9451-B9DB-A0BAA550DF4B}"/>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grpSp>
        <p:nvGrpSpPr>
          <p:cNvPr id="35" name="Group 34">
            <a:extLst>
              <a:ext uri="{FF2B5EF4-FFF2-40B4-BE49-F238E27FC236}">
                <a16:creationId xmlns:a16="http://schemas.microsoft.com/office/drawing/2014/main" id="{8FBEF5C3-24F1-64FA-19E6-65C282576C0F}"/>
              </a:ext>
            </a:extLst>
          </p:cNvPr>
          <p:cNvGrpSpPr/>
          <p:nvPr/>
        </p:nvGrpSpPr>
        <p:grpSpPr>
          <a:xfrm>
            <a:off x="375018" y="1642214"/>
            <a:ext cx="3041168" cy="4027744"/>
            <a:chOff x="375018" y="1642214"/>
            <a:chExt cx="3041168" cy="4027744"/>
          </a:xfrm>
        </p:grpSpPr>
        <p:grpSp>
          <p:nvGrpSpPr>
            <p:cNvPr id="31" name="Group 30">
              <a:extLst>
                <a:ext uri="{FF2B5EF4-FFF2-40B4-BE49-F238E27FC236}">
                  <a16:creationId xmlns:a16="http://schemas.microsoft.com/office/drawing/2014/main" id="{0BF7FC59-1652-A212-AD6C-E4627144BD8B}"/>
                </a:ext>
              </a:extLst>
            </p:cNvPr>
            <p:cNvGrpSpPr/>
            <p:nvPr/>
          </p:nvGrpSpPr>
          <p:grpSpPr>
            <a:xfrm>
              <a:off x="375018" y="1642214"/>
              <a:ext cx="3041168" cy="4027744"/>
              <a:chOff x="2757243" y="1356775"/>
              <a:chExt cx="4060378" cy="4642424"/>
            </a:xfrm>
          </p:grpSpPr>
          <p:sp>
            <p:nvSpPr>
              <p:cNvPr id="18" name="TextBox 17">
                <a:extLst>
                  <a:ext uri="{FF2B5EF4-FFF2-40B4-BE49-F238E27FC236}">
                    <a16:creationId xmlns:a16="http://schemas.microsoft.com/office/drawing/2014/main" id="{5D011FF5-C419-8664-42B8-76FBCF493129}"/>
                  </a:ext>
                </a:extLst>
              </p:cNvPr>
              <p:cNvSpPr txBox="1"/>
              <p:nvPr/>
            </p:nvSpPr>
            <p:spPr>
              <a:xfrm>
                <a:off x="3002446" y="1356775"/>
                <a:ext cx="3815175" cy="674018"/>
              </a:xfrm>
              <a:prstGeom prst="rect">
                <a:avLst/>
              </a:prstGeom>
              <a:noFill/>
            </p:spPr>
            <p:txBody>
              <a:bodyPr wrap="none" rtlCol="0">
                <a:spAutoFit/>
              </a:bodyPr>
              <a:lstStyle/>
              <a:p>
                <a:pPr algn="ctr"/>
                <a:r>
                  <a:rPr lang="en-GB" sz="1600" b="1" dirty="0"/>
                  <a:t>Synergy through</a:t>
                </a:r>
              </a:p>
              <a:p>
                <a:pPr algn="ctr"/>
                <a:r>
                  <a:rPr lang="en-GB" sz="1600" b="1" dirty="0"/>
                  <a:t>state-dependent stimulation</a:t>
                </a:r>
              </a:p>
            </p:txBody>
          </p:sp>
          <p:pic>
            <p:nvPicPr>
              <p:cNvPr id="1026" name="Picture 2">
                <a:extLst>
                  <a:ext uri="{FF2B5EF4-FFF2-40B4-BE49-F238E27FC236}">
                    <a16:creationId xmlns:a16="http://schemas.microsoft.com/office/drawing/2014/main" id="{A4415916-E808-858E-A49C-030F2A72AEAC}"/>
                  </a:ext>
                </a:extLst>
              </p:cNvPr>
              <p:cNvPicPr>
                <a:picLocks noChangeAspect="1" noChangeArrowheads="1"/>
              </p:cNvPicPr>
              <p:nvPr/>
            </p:nvPicPr>
            <p:blipFill rotWithShape="1">
              <a:blip r:embed="rId19">
                <a:extLst>
                  <a:ext uri="{28A0092B-C50C-407E-A947-70E740481C1C}">
                    <a14:useLocalDpi xmlns:a14="http://schemas.microsoft.com/office/drawing/2010/main" val="0"/>
                  </a:ext>
                </a:extLst>
              </a:blip>
              <a:srcRect l="32692" r="34388"/>
              <a:stretch/>
            </p:blipFill>
            <p:spPr bwMode="auto">
              <a:xfrm>
                <a:off x="4007770" y="2042636"/>
                <a:ext cx="266527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19" name="그림 7">
                <a:extLst>
                  <a:ext uri="{FF2B5EF4-FFF2-40B4-BE49-F238E27FC236}">
                    <a16:creationId xmlns:a16="http://schemas.microsoft.com/office/drawing/2014/main" id="{1D0235DF-6292-5EEB-7B76-472DB7DAD77B}"/>
                  </a:ext>
                </a:extLst>
              </p:cNvPr>
              <p:cNvPicPr>
                <a:picLocks noChangeAspect="1"/>
              </p:cNvPicPr>
              <p:nvPr/>
            </p:nvPicPr>
            <p:blipFill>
              <a:blip r:embed="rId20"/>
              <a:stretch>
                <a:fillRect/>
              </a:stretch>
            </p:blipFill>
            <p:spPr>
              <a:xfrm>
                <a:off x="4576252" y="4641907"/>
                <a:ext cx="1475032" cy="1357292"/>
              </a:xfrm>
              <a:prstGeom prst="rect">
                <a:avLst/>
              </a:prstGeom>
            </p:spPr>
          </p:pic>
          <p:pic>
            <p:nvPicPr>
              <p:cNvPr id="26" name="Graphic 25" descr="Head with gears outline">
                <a:extLst>
                  <a:ext uri="{FF2B5EF4-FFF2-40B4-BE49-F238E27FC236}">
                    <a16:creationId xmlns:a16="http://schemas.microsoft.com/office/drawing/2014/main" id="{5C6A9DBA-EA26-6A91-DF2A-69839FE958B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757243" y="2722000"/>
                <a:ext cx="981153" cy="954962"/>
              </a:xfrm>
              <a:prstGeom prst="rect">
                <a:avLst/>
              </a:prstGeom>
            </p:spPr>
          </p:pic>
          <p:pic>
            <p:nvPicPr>
              <p:cNvPr id="28" name="Graphic 27" descr="Lightning bolt outline">
                <a:extLst>
                  <a:ext uri="{FF2B5EF4-FFF2-40B4-BE49-F238E27FC236}">
                    <a16:creationId xmlns:a16="http://schemas.microsoft.com/office/drawing/2014/main" id="{5469680A-7495-3A35-5C96-8F58700F37D7}"/>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887018" y="4863353"/>
                <a:ext cx="914400" cy="914400"/>
              </a:xfrm>
              <a:prstGeom prst="rect">
                <a:avLst/>
              </a:prstGeom>
            </p:spPr>
          </p:pic>
          <p:pic>
            <p:nvPicPr>
              <p:cNvPr id="30" name="Graphic 29" descr="Add with solid fill">
                <a:extLst>
                  <a:ext uri="{FF2B5EF4-FFF2-40B4-BE49-F238E27FC236}">
                    <a16:creationId xmlns:a16="http://schemas.microsoft.com/office/drawing/2014/main" id="{1C7E6676-7098-245E-2BC5-4F16FBCA1DE9}"/>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3224388" y="4115737"/>
                <a:ext cx="274793" cy="274793"/>
              </a:xfrm>
              <a:prstGeom prst="rect">
                <a:avLst/>
              </a:prstGeom>
            </p:spPr>
          </p:pic>
        </p:grpSp>
        <p:sp>
          <p:nvSpPr>
            <p:cNvPr id="34" name="TextBox 33">
              <a:extLst>
                <a:ext uri="{FF2B5EF4-FFF2-40B4-BE49-F238E27FC236}">
                  <a16:creationId xmlns:a16="http://schemas.microsoft.com/office/drawing/2014/main" id="{45E89B95-E434-FACE-B910-8D74932171C7}"/>
                </a:ext>
              </a:extLst>
            </p:cNvPr>
            <p:cNvSpPr txBox="1"/>
            <p:nvPr/>
          </p:nvSpPr>
          <p:spPr>
            <a:xfrm>
              <a:off x="2510971" y="4088365"/>
              <a:ext cx="861133" cy="215444"/>
            </a:xfrm>
            <a:prstGeom prst="rect">
              <a:avLst/>
            </a:prstGeom>
            <a:noFill/>
          </p:spPr>
          <p:txBody>
            <a:bodyPr wrap="none" rtlCol="0">
              <a:spAutoFit/>
            </a:bodyPr>
            <a:lstStyle/>
            <a:p>
              <a:r>
                <a:rPr lang="en-GB" sz="800" dirty="0"/>
                <a:t>Jung et al. 2018</a:t>
              </a:r>
            </a:p>
          </p:txBody>
        </p:sp>
      </p:grpSp>
      <p:graphicFrame>
        <p:nvGraphicFramePr>
          <p:cNvPr id="39" name="Table 38">
            <a:extLst>
              <a:ext uri="{FF2B5EF4-FFF2-40B4-BE49-F238E27FC236}">
                <a16:creationId xmlns:a16="http://schemas.microsoft.com/office/drawing/2014/main" id="{7EF53FC3-EE57-B965-7A79-0093A4BE10DD}"/>
              </a:ext>
            </a:extLst>
          </p:cNvPr>
          <p:cNvGraphicFramePr>
            <a:graphicFrameLocks noGrp="1"/>
          </p:cNvGraphicFramePr>
          <p:nvPr>
            <p:extLst>
              <p:ext uri="{D42A27DB-BD31-4B8C-83A1-F6EECF244321}">
                <p14:modId xmlns:p14="http://schemas.microsoft.com/office/powerpoint/2010/main" val="173014288"/>
              </p:ext>
            </p:extLst>
          </p:nvPr>
        </p:nvGraphicFramePr>
        <p:xfrm>
          <a:off x="4372197" y="5828529"/>
          <a:ext cx="2665270" cy="741680"/>
        </p:xfrm>
        <a:graphic>
          <a:graphicData uri="http://schemas.openxmlformats.org/drawingml/2006/table">
            <a:tbl>
              <a:tblPr firstRow="1" bandRow="1">
                <a:tableStyleId>{073A0DAA-6AF3-43AB-8588-CEC1D06C72B9}</a:tableStyleId>
              </a:tblPr>
              <a:tblGrid>
                <a:gridCol w="1332635">
                  <a:extLst>
                    <a:ext uri="{9D8B030D-6E8A-4147-A177-3AD203B41FA5}">
                      <a16:colId xmlns:a16="http://schemas.microsoft.com/office/drawing/2014/main" val="2947475055"/>
                    </a:ext>
                  </a:extLst>
                </a:gridCol>
                <a:gridCol w="1332635">
                  <a:extLst>
                    <a:ext uri="{9D8B030D-6E8A-4147-A177-3AD203B41FA5}">
                      <a16:colId xmlns:a16="http://schemas.microsoft.com/office/drawing/2014/main" val="4223069937"/>
                    </a:ext>
                  </a:extLst>
                </a:gridCol>
              </a:tblGrid>
              <a:tr h="370840">
                <a:tc>
                  <a:txBody>
                    <a:bodyPr/>
                    <a:lstStyle/>
                    <a:p>
                      <a:pPr algn="ctr"/>
                      <a:r>
                        <a:rPr lang="en-GB" sz="1400" dirty="0"/>
                        <a:t>Left DLPFC</a:t>
                      </a:r>
                    </a:p>
                  </a:txBody>
                  <a:tcPr/>
                </a:tc>
                <a:tc>
                  <a:txBody>
                    <a:bodyPr/>
                    <a:lstStyle/>
                    <a:p>
                      <a:pPr algn="ctr"/>
                      <a:r>
                        <a:rPr lang="en-GB" sz="1400" dirty="0"/>
                        <a:t>Right DLPFC</a:t>
                      </a:r>
                    </a:p>
                  </a:txBody>
                  <a:tcPr/>
                </a:tc>
                <a:extLst>
                  <a:ext uri="{0D108BD9-81ED-4DB2-BD59-A6C34878D82A}">
                    <a16:rowId xmlns:a16="http://schemas.microsoft.com/office/drawing/2014/main" val="831518161"/>
                  </a:ext>
                </a:extLst>
              </a:tr>
              <a:tr h="370840">
                <a:tc>
                  <a:txBody>
                    <a:bodyPr/>
                    <a:lstStyle/>
                    <a:p>
                      <a:pPr algn="ctr"/>
                      <a:r>
                        <a:rPr lang="en-GB" sz="1400" dirty="0"/>
                        <a:t>Verbal WM</a:t>
                      </a:r>
                    </a:p>
                  </a:txBody>
                  <a:tcPr/>
                </a:tc>
                <a:tc>
                  <a:txBody>
                    <a:bodyPr/>
                    <a:lstStyle/>
                    <a:p>
                      <a:pPr algn="ctr"/>
                      <a:r>
                        <a:rPr lang="en-GB" sz="1400" dirty="0"/>
                        <a:t>Spatial WM</a:t>
                      </a:r>
                    </a:p>
                  </a:txBody>
                  <a:tcPr/>
                </a:tc>
                <a:extLst>
                  <a:ext uri="{0D108BD9-81ED-4DB2-BD59-A6C34878D82A}">
                    <a16:rowId xmlns:a16="http://schemas.microsoft.com/office/drawing/2014/main" val="3974927600"/>
                  </a:ext>
                </a:extLst>
              </a:tr>
            </a:tbl>
          </a:graphicData>
        </a:graphic>
      </p:graphicFrame>
    </p:spTree>
    <p:extLst>
      <p:ext uri="{BB962C8B-B14F-4D97-AF65-F5344CB8AC3E}">
        <p14:creationId xmlns:p14="http://schemas.microsoft.com/office/powerpoint/2010/main" val="27038345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A5D164-275F-9F2D-A5A8-0469CDA4E62C}"/>
              </a:ext>
            </a:extLst>
          </p:cNvPr>
          <p:cNvSpPr>
            <a:spLocks noGrp="1"/>
          </p:cNvSpPr>
          <p:nvPr>
            <p:ph type="title"/>
          </p:nvPr>
        </p:nvSpPr>
        <p:spPr>
          <a:xfrm>
            <a:off x="14111" y="-9331"/>
            <a:ext cx="10515600" cy="1325563"/>
          </a:xfrm>
        </p:spPr>
        <p:txBody>
          <a:bodyPr>
            <a:normAutofit/>
          </a:bodyPr>
          <a:lstStyle/>
          <a:p>
            <a:r>
              <a:rPr lang="en-GB" sz="3600" dirty="0"/>
              <a:t>Study Design</a:t>
            </a:r>
          </a:p>
        </p:txBody>
      </p:sp>
      <p:pic>
        <p:nvPicPr>
          <p:cNvPr id="6" name="Picture 5" descr="A screenshot of a computer program&#10;&#10;Description automatically generated">
            <a:extLst>
              <a:ext uri="{FF2B5EF4-FFF2-40B4-BE49-F238E27FC236}">
                <a16:creationId xmlns:a16="http://schemas.microsoft.com/office/drawing/2014/main" id="{3634AC36-9456-3BC8-FF30-20EA9BD3ED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8068" y="1325563"/>
            <a:ext cx="9766998" cy="3203048"/>
          </a:xfrm>
          <a:prstGeom prst="rect">
            <a:avLst/>
          </a:prstGeom>
          <a:ln>
            <a:noFill/>
          </a:ln>
        </p:spPr>
      </p:pic>
      <p:sp>
        <p:nvSpPr>
          <p:cNvPr id="8" name="Rectangle 7">
            <a:extLst>
              <a:ext uri="{FF2B5EF4-FFF2-40B4-BE49-F238E27FC236}">
                <a16:creationId xmlns:a16="http://schemas.microsoft.com/office/drawing/2014/main" id="{DDD71550-B5E8-BF95-8D07-3343272326A5}"/>
              </a:ext>
            </a:extLst>
          </p:cNvPr>
          <p:cNvSpPr/>
          <p:nvPr/>
        </p:nvSpPr>
        <p:spPr>
          <a:xfrm>
            <a:off x="2948473" y="1334894"/>
            <a:ext cx="3890865" cy="3203048"/>
          </a:xfrm>
          <a:prstGeom prst="rect">
            <a:avLst/>
          </a:prstGeom>
          <a:noFill/>
          <a:ln w="76200">
            <a:solidFill>
              <a:srgbClr val="4C9D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a:extLst>
              <a:ext uri="{FF2B5EF4-FFF2-40B4-BE49-F238E27FC236}">
                <a16:creationId xmlns:a16="http://schemas.microsoft.com/office/drawing/2014/main" id="{3E670362-941D-6DE3-E3F7-67733DABEDC0}"/>
              </a:ext>
            </a:extLst>
          </p:cNvPr>
          <p:cNvSpPr txBox="1"/>
          <p:nvPr/>
        </p:nvSpPr>
        <p:spPr>
          <a:xfrm>
            <a:off x="3515418" y="4655975"/>
            <a:ext cx="2756973" cy="369332"/>
          </a:xfrm>
          <a:prstGeom prst="rect">
            <a:avLst/>
          </a:prstGeom>
          <a:noFill/>
        </p:spPr>
        <p:txBody>
          <a:bodyPr wrap="none" rtlCol="0">
            <a:spAutoFit/>
          </a:bodyPr>
          <a:lstStyle/>
          <a:p>
            <a:r>
              <a:rPr lang="en-US" b="1" dirty="0">
                <a:solidFill>
                  <a:srgbClr val="4C9DD6"/>
                </a:solidFill>
              </a:rPr>
              <a:t>Online Effects / Learning</a:t>
            </a:r>
            <a:endParaRPr lang="en-GB" b="1" dirty="0">
              <a:solidFill>
                <a:srgbClr val="4C9DD6"/>
              </a:solidFill>
            </a:endParaRPr>
          </a:p>
        </p:txBody>
      </p:sp>
      <p:sp>
        <p:nvSpPr>
          <p:cNvPr id="10" name="Rectangle 9">
            <a:extLst>
              <a:ext uri="{FF2B5EF4-FFF2-40B4-BE49-F238E27FC236}">
                <a16:creationId xmlns:a16="http://schemas.microsoft.com/office/drawing/2014/main" id="{43024B48-9D29-B741-7229-3B71C9703DD5}"/>
              </a:ext>
            </a:extLst>
          </p:cNvPr>
          <p:cNvSpPr/>
          <p:nvPr/>
        </p:nvSpPr>
        <p:spPr>
          <a:xfrm>
            <a:off x="6898435" y="1334894"/>
            <a:ext cx="4405962" cy="3203048"/>
          </a:xfrm>
          <a:prstGeom prst="rect">
            <a:avLst/>
          </a:prstGeom>
          <a:noFill/>
          <a:ln w="76200">
            <a:solidFill>
              <a:srgbClr val="9B10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11" name="TextBox 10">
            <a:extLst>
              <a:ext uri="{FF2B5EF4-FFF2-40B4-BE49-F238E27FC236}">
                <a16:creationId xmlns:a16="http://schemas.microsoft.com/office/drawing/2014/main" id="{251BB127-DC39-301C-967D-46C01FC9C752}"/>
              </a:ext>
            </a:extLst>
          </p:cNvPr>
          <p:cNvSpPr txBox="1"/>
          <p:nvPr/>
        </p:nvSpPr>
        <p:spPr>
          <a:xfrm>
            <a:off x="7794171" y="4655975"/>
            <a:ext cx="2787623" cy="369332"/>
          </a:xfrm>
          <a:prstGeom prst="rect">
            <a:avLst/>
          </a:prstGeom>
          <a:noFill/>
        </p:spPr>
        <p:txBody>
          <a:bodyPr wrap="none" rtlCol="0">
            <a:spAutoFit/>
          </a:bodyPr>
          <a:lstStyle/>
          <a:p>
            <a:r>
              <a:rPr lang="en-US" b="1" dirty="0">
                <a:solidFill>
                  <a:srgbClr val="9B1030"/>
                </a:solidFill>
              </a:rPr>
              <a:t>Offline &amp; Transfer Effects</a:t>
            </a:r>
            <a:endParaRPr lang="en-GB" b="1" dirty="0">
              <a:solidFill>
                <a:srgbClr val="9B1030"/>
              </a:solidFill>
            </a:endParaRPr>
          </a:p>
        </p:txBody>
      </p:sp>
      <p:sp>
        <p:nvSpPr>
          <p:cNvPr id="3" name="TextBox 2">
            <a:extLst>
              <a:ext uri="{FF2B5EF4-FFF2-40B4-BE49-F238E27FC236}">
                <a16:creationId xmlns:a16="http://schemas.microsoft.com/office/drawing/2014/main" id="{369E3C65-C2EE-CC8A-14DB-DD300C125C1D}"/>
              </a:ext>
            </a:extLst>
          </p:cNvPr>
          <p:cNvSpPr txBox="1"/>
          <p:nvPr/>
        </p:nvSpPr>
        <p:spPr>
          <a:xfrm>
            <a:off x="5789441" y="6497628"/>
            <a:ext cx="1640193" cy="230832"/>
          </a:xfrm>
          <a:prstGeom prst="rect">
            <a:avLst/>
          </a:prstGeom>
          <a:noFill/>
        </p:spPr>
        <p:txBody>
          <a:bodyPr wrap="none" rtlCol="0">
            <a:spAutoFit/>
          </a:bodyPr>
          <a:lstStyle/>
          <a:p>
            <a:r>
              <a:rPr lang="en-US" sz="900" dirty="0"/>
              <a:t>Schwippel et al. under review</a:t>
            </a:r>
            <a:endParaRPr lang="en-GB" sz="900" dirty="0"/>
          </a:p>
        </p:txBody>
      </p:sp>
      <p:sp>
        <p:nvSpPr>
          <p:cNvPr id="7" name="TextBox 6">
            <a:extLst>
              <a:ext uri="{FF2B5EF4-FFF2-40B4-BE49-F238E27FC236}">
                <a16:creationId xmlns:a16="http://schemas.microsoft.com/office/drawing/2014/main" id="{CDDD8C6B-FB3B-CAFE-6F7B-7A2272473AD2}"/>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12" name="TextBox 11">
            <a:extLst>
              <a:ext uri="{FF2B5EF4-FFF2-40B4-BE49-F238E27FC236}">
                <a16:creationId xmlns:a16="http://schemas.microsoft.com/office/drawing/2014/main" id="{727B3F55-55A1-2C59-CD14-E91D90EE3C28}"/>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pic>
        <p:nvPicPr>
          <p:cNvPr id="13" name="Picture 12" descr="A qr code on a white background&#10;&#10;Description automatically generated">
            <a:extLst>
              <a:ext uri="{FF2B5EF4-FFF2-40B4-BE49-F238E27FC236}">
                <a16:creationId xmlns:a16="http://schemas.microsoft.com/office/drawing/2014/main" id="{AB847F22-6092-34DA-BA77-4CE3B46CE403}"/>
              </a:ext>
            </a:extLst>
          </p:cNvPr>
          <p:cNvPicPr>
            <a:picLocks noChangeAspect="1"/>
          </p:cNvPicPr>
          <p:nvPr/>
        </p:nvPicPr>
        <p:blipFill>
          <a:blip r:embed="rId3"/>
          <a:stretch>
            <a:fillRect/>
          </a:stretch>
        </p:blipFill>
        <p:spPr>
          <a:xfrm>
            <a:off x="10083058" y="5401036"/>
            <a:ext cx="1212008" cy="1212008"/>
          </a:xfrm>
          <a:prstGeom prst="rect">
            <a:avLst/>
          </a:prstGeom>
        </p:spPr>
      </p:pic>
      <p:sp>
        <p:nvSpPr>
          <p:cNvPr id="14" name="TextBox 13">
            <a:extLst>
              <a:ext uri="{FF2B5EF4-FFF2-40B4-BE49-F238E27FC236}">
                <a16:creationId xmlns:a16="http://schemas.microsoft.com/office/drawing/2014/main" id="{996DC6C1-8988-FEE2-F4B7-8A61F39EAC91}"/>
              </a:ext>
            </a:extLst>
          </p:cNvPr>
          <p:cNvSpPr txBox="1"/>
          <p:nvPr/>
        </p:nvSpPr>
        <p:spPr>
          <a:xfrm>
            <a:off x="10179595" y="5194619"/>
            <a:ext cx="1018933" cy="215444"/>
          </a:xfrm>
          <a:prstGeom prst="rect">
            <a:avLst/>
          </a:prstGeom>
          <a:noFill/>
        </p:spPr>
        <p:txBody>
          <a:bodyPr wrap="square" rtlCol="0">
            <a:spAutoFit/>
          </a:bodyPr>
          <a:lstStyle/>
          <a:p>
            <a:pPr algn="ctr"/>
            <a:r>
              <a:rPr lang="en-GB" sz="800" dirty="0"/>
              <a:t>Trial registration</a:t>
            </a:r>
          </a:p>
        </p:txBody>
      </p:sp>
      <p:pic>
        <p:nvPicPr>
          <p:cNvPr id="18" name="Picture 17" descr="A person in a red jacket&#10;&#10;Description automatically generated">
            <a:extLst>
              <a:ext uri="{FF2B5EF4-FFF2-40B4-BE49-F238E27FC236}">
                <a16:creationId xmlns:a16="http://schemas.microsoft.com/office/drawing/2014/main" id="{96E43AC7-01B6-8C18-108E-AAFF98FD75BB}"/>
              </a:ext>
            </a:extLst>
          </p:cNvPr>
          <p:cNvPicPr>
            <a:picLocks noChangeAspect="1"/>
          </p:cNvPicPr>
          <p:nvPr/>
        </p:nvPicPr>
        <p:blipFill>
          <a:blip r:embed="rId4">
            <a:extLst>
              <a:ext uri="{28A0092B-C50C-407E-A947-70E740481C1C}">
                <a14:useLocalDpi xmlns:a14="http://schemas.microsoft.com/office/drawing/2010/main" val="0"/>
              </a:ext>
            </a:extLst>
          </a:blip>
          <a:srcRect t="8251"/>
          <a:stretch/>
        </p:blipFill>
        <p:spPr>
          <a:xfrm>
            <a:off x="11198528" y="87736"/>
            <a:ext cx="841610" cy="1029563"/>
          </a:xfrm>
          <a:prstGeom prst="rect">
            <a:avLst/>
          </a:prstGeom>
        </p:spPr>
      </p:pic>
      <p:sp>
        <p:nvSpPr>
          <p:cNvPr id="5" name="TextBox 4">
            <a:extLst>
              <a:ext uri="{FF2B5EF4-FFF2-40B4-BE49-F238E27FC236}">
                <a16:creationId xmlns:a16="http://schemas.microsoft.com/office/drawing/2014/main" id="{8564B806-C750-DD14-E8A2-522E75169548}"/>
              </a:ext>
            </a:extLst>
          </p:cNvPr>
          <p:cNvSpPr txBox="1"/>
          <p:nvPr/>
        </p:nvSpPr>
        <p:spPr>
          <a:xfrm flipH="1">
            <a:off x="11166968" y="1096979"/>
            <a:ext cx="1010921" cy="230832"/>
          </a:xfrm>
          <a:prstGeom prst="rect">
            <a:avLst/>
          </a:prstGeom>
          <a:noFill/>
        </p:spPr>
        <p:txBody>
          <a:bodyPr wrap="square" rtlCol="0">
            <a:spAutoFit/>
          </a:bodyPr>
          <a:lstStyle/>
          <a:p>
            <a:r>
              <a:rPr lang="en-GB" sz="900" dirty="0"/>
              <a:t>Ibrahim Hajiyev</a:t>
            </a:r>
          </a:p>
        </p:txBody>
      </p:sp>
    </p:spTree>
    <p:extLst>
      <p:ext uri="{BB962C8B-B14F-4D97-AF65-F5344CB8AC3E}">
        <p14:creationId xmlns:p14="http://schemas.microsoft.com/office/powerpoint/2010/main" val="2234061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B10D6-3ABE-8AA1-DDCC-F8A3E7F49D0E}"/>
              </a:ext>
            </a:extLst>
          </p:cNvPr>
          <p:cNvSpPr>
            <a:spLocks noGrp="1"/>
          </p:cNvSpPr>
          <p:nvPr>
            <p:ph type="title"/>
          </p:nvPr>
        </p:nvSpPr>
        <p:spPr>
          <a:xfrm>
            <a:off x="838200" y="2766218"/>
            <a:ext cx="10515600" cy="1325563"/>
          </a:xfrm>
        </p:spPr>
        <p:txBody>
          <a:bodyPr>
            <a:normAutofit/>
          </a:bodyPr>
          <a:lstStyle/>
          <a:p>
            <a:pPr algn="ctr"/>
            <a:r>
              <a:rPr lang="en-GB" sz="5400" b="1" dirty="0"/>
              <a:t>Results</a:t>
            </a:r>
          </a:p>
        </p:txBody>
      </p:sp>
    </p:spTree>
    <p:extLst>
      <p:ext uri="{BB962C8B-B14F-4D97-AF65-F5344CB8AC3E}">
        <p14:creationId xmlns:p14="http://schemas.microsoft.com/office/powerpoint/2010/main" val="21784275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46976-178B-02BE-31DE-977DCFEA6B80}"/>
              </a:ext>
            </a:extLst>
          </p:cNvPr>
          <p:cNvSpPr>
            <a:spLocks noGrp="1"/>
          </p:cNvSpPr>
          <p:nvPr>
            <p:ph type="title"/>
          </p:nvPr>
        </p:nvSpPr>
        <p:spPr>
          <a:xfrm>
            <a:off x="0" y="0"/>
            <a:ext cx="10515600" cy="1325563"/>
          </a:xfrm>
        </p:spPr>
        <p:txBody>
          <a:bodyPr>
            <a:normAutofit/>
          </a:bodyPr>
          <a:lstStyle/>
          <a:p>
            <a:r>
              <a:rPr lang="en-GB" sz="3600" dirty="0"/>
              <a:t>Online Effects</a:t>
            </a:r>
          </a:p>
        </p:txBody>
      </p:sp>
      <p:pic>
        <p:nvPicPr>
          <p:cNvPr id="6" name="Picture 5" descr="A graph of a graph of a graph&#10;&#10;Description automatically generated with medium confidence">
            <a:extLst>
              <a:ext uri="{FF2B5EF4-FFF2-40B4-BE49-F238E27FC236}">
                <a16:creationId xmlns:a16="http://schemas.microsoft.com/office/drawing/2014/main" id="{96501FF8-3BBF-A6FA-1AEC-E1A4440095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9212" y="0"/>
            <a:ext cx="4572000" cy="6858000"/>
          </a:xfrm>
          <a:prstGeom prst="rect">
            <a:avLst/>
          </a:prstGeom>
        </p:spPr>
      </p:pic>
      <p:sp>
        <p:nvSpPr>
          <p:cNvPr id="7" name="TextBox 6">
            <a:extLst>
              <a:ext uri="{FF2B5EF4-FFF2-40B4-BE49-F238E27FC236}">
                <a16:creationId xmlns:a16="http://schemas.microsoft.com/office/drawing/2014/main" id="{2B862850-A0F9-BE16-9A54-8080D8ED5D41}"/>
              </a:ext>
            </a:extLst>
          </p:cNvPr>
          <p:cNvSpPr txBox="1"/>
          <p:nvPr/>
        </p:nvSpPr>
        <p:spPr>
          <a:xfrm>
            <a:off x="8283539" y="1493515"/>
            <a:ext cx="3842527" cy="830997"/>
          </a:xfrm>
          <a:prstGeom prst="rect">
            <a:avLst/>
          </a:prstGeom>
          <a:noFill/>
        </p:spPr>
        <p:txBody>
          <a:bodyPr wrap="none" rtlCol="0">
            <a:spAutoFit/>
          </a:bodyPr>
          <a:lstStyle/>
          <a:p>
            <a:pPr marL="285750" indent="-285750">
              <a:buFont typeface="Arial" panose="020B0604020202020204" pitchFamily="34" charset="0"/>
              <a:buChar char="•"/>
            </a:pPr>
            <a:r>
              <a:rPr lang="en-US" sz="1600" dirty="0"/>
              <a:t>Both groups improve</a:t>
            </a:r>
          </a:p>
          <a:p>
            <a:pPr marL="285750" indent="-285750">
              <a:buFont typeface="Arial" panose="020B0604020202020204" pitchFamily="34" charset="0"/>
              <a:buChar char="•"/>
            </a:pPr>
            <a:r>
              <a:rPr lang="en-US" sz="1600" dirty="0"/>
              <a:t>tDCS reaches plateau faster</a:t>
            </a:r>
          </a:p>
          <a:p>
            <a:pPr marL="285750" indent="-285750">
              <a:buFont typeface="Arial" panose="020B0604020202020204" pitchFamily="34" charset="0"/>
              <a:buChar char="•"/>
            </a:pPr>
            <a:r>
              <a:rPr lang="en-US" sz="1600" dirty="0"/>
              <a:t>Individuals max out at mean n = 2.5 - 3</a:t>
            </a:r>
            <a:endParaRPr lang="en-GB" sz="1600" dirty="0"/>
          </a:p>
        </p:txBody>
      </p:sp>
      <p:sp>
        <p:nvSpPr>
          <p:cNvPr id="8" name="TextBox 7">
            <a:extLst>
              <a:ext uri="{FF2B5EF4-FFF2-40B4-BE49-F238E27FC236}">
                <a16:creationId xmlns:a16="http://schemas.microsoft.com/office/drawing/2014/main" id="{1689F7CA-31AE-44CD-2F67-24D2C71D0D6F}"/>
              </a:ext>
            </a:extLst>
          </p:cNvPr>
          <p:cNvSpPr txBox="1"/>
          <p:nvPr/>
        </p:nvSpPr>
        <p:spPr>
          <a:xfrm>
            <a:off x="8349473" y="4636331"/>
            <a:ext cx="3691267" cy="584775"/>
          </a:xfrm>
          <a:prstGeom prst="rect">
            <a:avLst/>
          </a:prstGeom>
          <a:noFill/>
        </p:spPr>
        <p:txBody>
          <a:bodyPr wrap="none" rtlCol="0">
            <a:spAutoFit/>
          </a:bodyPr>
          <a:lstStyle/>
          <a:p>
            <a:pPr marL="285750" indent="-285750">
              <a:buFont typeface="Arial" panose="020B0604020202020204" pitchFamily="34" charset="0"/>
              <a:buChar char="•"/>
            </a:pPr>
            <a:r>
              <a:rPr lang="en-US" sz="1600" dirty="0"/>
              <a:t>tDCS constantly faster</a:t>
            </a:r>
          </a:p>
          <a:p>
            <a:pPr marL="285750" indent="-285750">
              <a:buFont typeface="Arial" panose="020B0604020202020204" pitchFamily="34" charset="0"/>
              <a:buChar char="•"/>
            </a:pPr>
            <a:r>
              <a:rPr lang="en-US" sz="1600" dirty="0"/>
              <a:t>No improvement over time (learning)</a:t>
            </a:r>
          </a:p>
        </p:txBody>
      </p:sp>
      <p:sp>
        <p:nvSpPr>
          <p:cNvPr id="3" name="TextBox 2">
            <a:extLst>
              <a:ext uri="{FF2B5EF4-FFF2-40B4-BE49-F238E27FC236}">
                <a16:creationId xmlns:a16="http://schemas.microsoft.com/office/drawing/2014/main" id="{B75228E0-C932-3B7C-D896-BA083EE01F8A}"/>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9" name="TextBox 8">
            <a:extLst>
              <a:ext uri="{FF2B5EF4-FFF2-40B4-BE49-F238E27FC236}">
                <a16:creationId xmlns:a16="http://schemas.microsoft.com/office/drawing/2014/main" id="{5A10EB2C-834E-955C-7286-1FBF6AE78F99}"/>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sp>
        <p:nvSpPr>
          <p:cNvPr id="10" name="Rectangle 9">
            <a:extLst>
              <a:ext uri="{FF2B5EF4-FFF2-40B4-BE49-F238E27FC236}">
                <a16:creationId xmlns:a16="http://schemas.microsoft.com/office/drawing/2014/main" id="{4ED8A07F-16AA-952C-27F9-3EBBADFFCE42}"/>
              </a:ext>
            </a:extLst>
          </p:cNvPr>
          <p:cNvSpPr/>
          <p:nvPr/>
        </p:nvSpPr>
        <p:spPr>
          <a:xfrm>
            <a:off x="2844800" y="3236686"/>
            <a:ext cx="5346412" cy="307702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617CFC65-5D53-81A4-675D-6377B0E95657}"/>
              </a:ext>
            </a:extLst>
          </p:cNvPr>
          <p:cNvSpPr/>
          <p:nvPr/>
        </p:nvSpPr>
        <p:spPr>
          <a:xfrm>
            <a:off x="3468913" y="3429000"/>
            <a:ext cx="4814625" cy="2884714"/>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
        <p:nvSpPr>
          <p:cNvPr id="12" name="TextBox 11">
            <a:extLst>
              <a:ext uri="{FF2B5EF4-FFF2-40B4-BE49-F238E27FC236}">
                <a16:creationId xmlns:a16="http://schemas.microsoft.com/office/drawing/2014/main" id="{E21BD85D-4FC3-EC0F-9873-7C52D0C15C46}"/>
              </a:ext>
            </a:extLst>
          </p:cNvPr>
          <p:cNvSpPr txBox="1"/>
          <p:nvPr/>
        </p:nvSpPr>
        <p:spPr>
          <a:xfrm>
            <a:off x="10204802" y="6520543"/>
            <a:ext cx="960519" cy="215444"/>
          </a:xfrm>
          <a:prstGeom prst="rect">
            <a:avLst/>
          </a:prstGeom>
          <a:noFill/>
        </p:spPr>
        <p:txBody>
          <a:bodyPr wrap="none" rtlCol="0">
            <a:spAutoFit/>
          </a:bodyPr>
          <a:lstStyle/>
          <a:p>
            <a:r>
              <a:rPr lang="en-GB" sz="800" dirty="0"/>
              <a:t>* p &lt; .05, # p ≤ .07</a:t>
            </a:r>
          </a:p>
        </p:txBody>
      </p:sp>
      <p:pic>
        <p:nvPicPr>
          <p:cNvPr id="6146" name="Picture 2" descr="Picture">
            <a:extLst>
              <a:ext uri="{FF2B5EF4-FFF2-40B4-BE49-F238E27FC236}">
                <a16:creationId xmlns:a16="http://schemas.microsoft.com/office/drawing/2014/main" id="{3B7FF575-0B47-2AD5-3574-3C771F71D6B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3190" r="19246"/>
          <a:stretch/>
        </p:blipFill>
        <p:spPr bwMode="auto">
          <a:xfrm>
            <a:off x="11173099" y="137278"/>
            <a:ext cx="867641" cy="84817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2ED9763-D0BC-F5B8-A509-BDD6E74F4C70}"/>
              </a:ext>
            </a:extLst>
          </p:cNvPr>
          <p:cNvSpPr txBox="1"/>
          <p:nvPr/>
        </p:nvSpPr>
        <p:spPr>
          <a:xfrm flipH="1">
            <a:off x="11079753" y="980055"/>
            <a:ext cx="1205089" cy="230832"/>
          </a:xfrm>
          <a:prstGeom prst="rect">
            <a:avLst/>
          </a:prstGeom>
          <a:noFill/>
        </p:spPr>
        <p:txBody>
          <a:bodyPr wrap="square" rtlCol="0">
            <a:spAutoFit/>
          </a:bodyPr>
          <a:lstStyle/>
          <a:p>
            <a:r>
              <a:rPr lang="en-GB" sz="900" dirty="0"/>
              <a:t>Sanvi Korsapathy</a:t>
            </a:r>
          </a:p>
        </p:txBody>
      </p:sp>
    </p:spTree>
    <p:extLst>
      <p:ext uri="{BB962C8B-B14F-4D97-AF65-F5344CB8AC3E}">
        <p14:creationId xmlns:p14="http://schemas.microsoft.com/office/powerpoint/2010/main" val="1232369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group of graphs and charts&#10;&#10;Description automatically generated">
            <a:extLst>
              <a:ext uri="{FF2B5EF4-FFF2-40B4-BE49-F238E27FC236}">
                <a16:creationId xmlns:a16="http://schemas.microsoft.com/office/drawing/2014/main" id="{D1E8DB4B-9230-6B64-427A-16CA9805BA9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23736" y="229575"/>
            <a:ext cx="5797421" cy="6522098"/>
          </a:xfrm>
          <a:prstGeom prst="rect">
            <a:avLst/>
          </a:prstGeom>
        </p:spPr>
      </p:pic>
      <p:sp>
        <p:nvSpPr>
          <p:cNvPr id="2" name="Title 1">
            <a:extLst>
              <a:ext uri="{FF2B5EF4-FFF2-40B4-BE49-F238E27FC236}">
                <a16:creationId xmlns:a16="http://schemas.microsoft.com/office/drawing/2014/main" id="{C641C185-893E-53E2-9E81-0BF92AF92980}"/>
              </a:ext>
            </a:extLst>
          </p:cNvPr>
          <p:cNvSpPr>
            <a:spLocks noGrp="1"/>
          </p:cNvSpPr>
          <p:nvPr>
            <p:ph type="title"/>
          </p:nvPr>
        </p:nvSpPr>
        <p:spPr>
          <a:xfrm>
            <a:off x="91751" y="-168757"/>
            <a:ext cx="10515600" cy="1325563"/>
          </a:xfrm>
        </p:spPr>
        <p:txBody>
          <a:bodyPr>
            <a:normAutofit/>
          </a:bodyPr>
          <a:lstStyle/>
          <a:p>
            <a:r>
              <a:rPr lang="en-GB" sz="3600" dirty="0"/>
              <a:t>Offline Effects</a:t>
            </a:r>
          </a:p>
        </p:txBody>
      </p:sp>
      <p:sp>
        <p:nvSpPr>
          <p:cNvPr id="6" name="Rectangle 5">
            <a:extLst>
              <a:ext uri="{FF2B5EF4-FFF2-40B4-BE49-F238E27FC236}">
                <a16:creationId xmlns:a16="http://schemas.microsoft.com/office/drawing/2014/main" id="{67DBBABA-947F-8F5B-931C-DE139960437F}"/>
              </a:ext>
            </a:extLst>
          </p:cNvPr>
          <p:cNvSpPr/>
          <p:nvPr/>
        </p:nvSpPr>
        <p:spPr>
          <a:xfrm>
            <a:off x="2612571" y="2808514"/>
            <a:ext cx="6662058" cy="366590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DF39A291-063B-A161-B202-43231148E25A}"/>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7" name="TextBox 6">
            <a:extLst>
              <a:ext uri="{FF2B5EF4-FFF2-40B4-BE49-F238E27FC236}">
                <a16:creationId xmlns:a16="http://schemas.microsoft.com/office/drawing/2014/main" id="{42279611-965A-5751-BDED-E8F410318294}"/>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sp>
        <p:nvSpPr>
          <p:cNvPr id="9" name="TextBox 8">
            <a:extLst>
              <a:ext uri="{FF2B5EF4-FFF2-40B4-BE49-F238E27FC236}">
                <a16:creationId xmlns:a16="http://schemas.microsoft.com/office/drawing/2014/main" id="{C63319AB-B71B-EB79-5AC6-C08258DD8519}"/>
              </a:ext>
            </a:extLst>
          </p:cNvPr>
          <p:cNvSpPr txBox="1"/>
          <p:nvPr/>
        </p:nvSpPr>
        <p:spPr>
          <a:xfrm>
            <a:off x="10204802" y="6520543"/>
            <a:ext cx="960519" cy="215444"/>
          </a:xfrm>
          <a:prstGeom prst="rect">
            <a:avLst/>
          </a:prstGeom>
          <a:noFill/>
        </p:spPr>
        <p:txBody>
          <a:bodyPr wrap="none" rtlCol="0">
            <a:spAutoFit/>
          </a:bodyPr>
          <a:lstStyle/>
          <a:p>
            <a:r>
              <a:rPr lang="en-GB" sz="800" dirty="0"/>
              <a:t>* p &lt; .05, # p ≤ .07</a:t>
            </a:r>
          </a:p>
        </p:txBody>
      </p:sp>
    </p:spTree>
    <p:extLst>
      <p:ext uri="{BB962C8B-B14F-4D97-AF65-F5344CB8AC3E}">
        <p14:creationId xmlns:p14="http://schemas.microsoft.com/office/powerpoint/2010/main" val="3575118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graph of different sizes and shapes&#10;&#10;Description automatically generated with medium confidence">
            <a:extLst>
              <a:ext uri="{FF2B5EF4-FFF2-40B4-BE49-F238E27FC236}">
                <a16:creationId xmlns:a16="http://schemas.microsoft.com/office/drawing/2014/main" id="{A70E7133-F3F5-D0BC-1F13-564FEE9A87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43097" y="423962"/>
            <a:ext cx="6327711" cy="6327711"/>
          </a:xfrm>
          <a:prstGeom prst="rect">
            <a:avLst/>
          </a:prstGeom>
        </p:spPr>
      </p:pic>
      <p:sp>
        <p:nvSpPr>
          <p:cNvPr id="2" name="Title 1">
            <a:extLst>
              <a:ext uri="{FF2B5EF4-FFF2-40B4-BE49-F238E27FC236}">
                <a16:creationId xmlns:a16="http://schemas.microsoft.com/office/drawing/2014/main" id="{99926FB4-3729-6346-C0AC-79E628774ECE}"/>
              </a:ext>
            </a:extLst>
          </p:cNvPr>
          <p:cNvSpPr>
            <a:spLocks noGrp="1"/>
          </p:cNvSpPr>
          <p:nvPr>
            <p:ph type="title"/>
          </p:nvPr>
        </p:nvSpPr>
        <p:spPr>
          <a:xfrm>
            <a:off x="77757" y="-238820"/>
            <a:ext cx="10515600" cy="1325563"/>
          </a:xfrm>
        </p:spPr>
        <p:txBody>
          <a:bodyPr>
            <a:normAutofit/>
          </a:bodyPr>
          <a:lstStyle/>
          <a:p>
            <a:r>
              <a:rPr lang="en-GB" sz="3600" dirty="0"/>
              <a:t>Cognitive Transfer</a:t>
            </a:r>
          </a:p>
        </p:txBody>
      </p:sp>
      <p:sp>
        <p:nvSpPr>
          <p:cNvPr id="6" name="Rectangle 5">
            <a:extLst>
              <a:ext uri="{FF2B5EF4-FFF2-40B4-BE49-F238E27FC236}">
                <a16:creationId xmlns:a16="http://schemas.microsoft.com/office/drawing/2014/main" id="{974A6602-DE1F-384A-C16A-C403800C3231}"/>
              </a:ext>
            </a:extLst>
          </p:cNvPr>
          <p:cNvSpPr/>
          <p:nvPr/>
        </p:nvSpPr>
        <p:spPr>
          <a:xfrm>
            <a:off x="2621900" y="1082351"/>
            <a:ext cx="755780" cy="2696547"/>
          </a:xfrm>
          <a:prstGeom prst="rect">
            <a:avLst/>
          </a:prstGeom>
          <a:noFill/>
          <a:ln w="38100">
            <a:solidFill>
              <a:srgbClr val="9B10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Rectangle 6">
            <a:extLst>
              <a:ext uri="{FF2B5EF4-FFF2-40B4-BE49-F238E27FC236}">
                <a16:creationId xmlns:a16="http://schemas.microsoft.com/office/drawing/2014/main" id="{2175F010-5E79-A14A-E9EB-20AAEC23140A}"/>
              </a:ext>
            </a:extLst>
          </p:cNvPr>
          <p:cNvSpPr/>
          <p:nvPr/>
        </p:nvSpPr>
        <p:spPr>
          <a:xfrm>
            <a:off x="4957667" y="1082351"/>
            <a:ext cx="755780" cy="2696547"/>
          </a:xfrm>
          <a:prstGeom prst="rect">
            <a:avLst/>
          </a:prstGeom>
          <a:noFill/>
          <a:ln w="38100">
            <a:solidFill>
              <a:srgbClr val="9B103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A0584933-6C90-095C-5151-4ED5C995EAE1}"/>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8" name="TextBox 7">
            <a:extLst>
              <a:ext uri="{FF2B5EF4-FFF2-40B4-BE49-F238E27FC236}">
                <a16:creationId xmlns:a16="http://schemas.microsoft.com/office/drawing/2014/main" id="{73573A63-9546-44DC-8231-56985F5A9CEA}"/>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sp>
        <p:nvSpPr>
          <p:cNvPr id="9" name="Rectangle 8">
            <a:extLst>
              <a:ext uri="{FF2B5EF4-FFF2-40B4-BE49-F238E27FC236}">
                <a16:creationId xmlns:a16="http://schemas.microsoft.com/office/drawing/2014/main" id="{704B4FCA-5F15-1D2A-86BF-5464CA492CD2}"/>
              </a:ext>
            </a:extLst>
          </p:cNvPr>
          <p:cNvSpPr/>
          <p:nvPr/>
        </p:nvSpPr>
        <p:spPr>
          <a:xfrm>
            <a:off x="2000681" y="3866791"/>
            <a:ext cx="3047569" cy="24563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Box 10">
            <a:extLst>
              <a:ext uri="{FF2B5EF4-FFF2-40B4-BE49-F238E27FC236}">
                <a16:creationId xmlns:a16="http://schemas.microsoft.com/office/drawing/2014/main" id="{A47BD2B7-E145-0350-B00B-702FDB0C2590}"/>
              </a:ext>
            </a:extLst>
          </p:cNvPr>
          <p:cNvSpPr txBox="1"/>
          <p:nvPr/>
        </p:nvSpPr>
        <p:spPr>
          <a:xfrm>
            <a:off x="8498686" y="1209167"/>
            <a:ext cx="3500433" cy="1450654"/>
          </a:xfrm>
          <a:prstGeom prst="rect">
            <a:avLst/>
          </a:prstGeom>
          <a:noFill/>
        </p:spPr>
        <p:txBody>
          <a:bodyPr wrap="square" rtlCol="0">
            <a:spAutoFit/>
          </a:bodyPr>
          <a:lstStyle/>
          <a:p>
            <a:pPr>
              <a:lnSpc>
                <a:spcPct val="150000"/>
              </a:lnSpc>
            </a:pPr>
            <a:r>
              <a:rPr lang="en-US" sz="1200" u="sng" dirty="0"/>
              <a:t>BACS Composite Score – Post Session:</a:t>
            </a:r>
          </a:p>
          <a:p>
            <a:pPr>
              <a:lnSpc>
                <a:spcPct val="150000"/>
              </a:lnSpc>
            </a:pPr>
            <a:r>
              <a:rPr lang="en-US" sz="1200" dirty="0"/>
              <a:t>tDCS group: + 7 points [t-score] </a:t>
            </a:r>
            <a:r>
              <a:rPr lang="en-US" sz="1200" dirty="0">
                <a:sym typeface="Wingdings" panose="05000000000000000000" pitchFamily="2" charset="2"/>
              </a:rPr>
              <a:t> 10.5 IQ points</a:t>
            </a:r>
            <a:endParaRPr lang="en-US" sz="1200" dirty="0"/>
          </a:p>
          <a:p>
            <a:pPr>
              <a:lnSpc>
                <a:spcPct val="150000"/>
              </a:lnSpc>
            </a:pPr>
            <a:r>
              <a:rPr lang="en-US" sz="1200" dirty="0"/>
              <a:t>Sham group: + 3.2 points [t-score] </a:t>
            </a:r>
            <a:r>
              <a:rPr lang="en-US" sz="1200" dirty="0">
                <a:sym typeface="Wingdings" panose="05000000000000000000" pitchFamily="2" charset="2"/>
              </a:rPr>
              <a:t> 4.7 IQ points</a:t>
            </a:r>
            <a:endParaRPr lang="en-US" sz="1200" dirty="0"/>
          </a:p>
          <a:p>
            <a:pPr>
              <a:lnSpc>
                <a:spcPct val="150000"/>
              </a:lnSpc>
            </a:pPr>
            <a:endParaRPr lang="en-US" sz="1200" dirty="0"/>
          </a:p>
          <a:p>
            <a:pPr>
              <a:lnSpc>
                <a:spcPct val="150000"/>
              </a:lnSpc>
            </a:pPr>
            <a:r>
              <a:rPr lang="el-GR" sz="1200" dirty="0"/>
              <a:t>F(1, 24) = 3.997,</a:t>
            </a:r>
            <a:r>
              <a:rPr lang="en-US" sz="1200" dirty="0"/>
              <a:t> </a:t>
            </a:r>
            <a:r>
              <a:rPr lang="el-GR" sz="1200" dirty="0"/>
              <a:t>p = .057, </a:t>
            </a:r>
            <a:r>
              <a:rPr lang="el-GR" sz="1200" b="1" dirty="0"/>
              <a:t>η²</a:t>
            </a:r>
            <a:r>
              <a:rPr lang="en-US" sz="1200" b="1" baseline="-25000" dirty="0"/>
              <a:t>p</a:t>
            </a:r>
            <a:r>
              <a:rPr lang="el-GR" sz="1200" b="1" dirty="0"/>
              <a:t> = 0.143</a:t>
            </a:r>
            <a:endParaRPr lang="en-US" sz="1200" b="1" dirty="0"/>
          </a:p>
        </p:txBody>
      </p:sp>
      <p:sp>
        <p:nvSpPr>
          <p:cNvPr id="12" name="TextBox 11">
            <a:extLst>
              <a:ext uri="{FF2B5EF4-FFF2-40B4-BE49-F238E27FC236}">
                <a16:creationId xmlns:a16="http://schemas.microsoft.com/office/drawing/2014/main" id="{8F952EDA-CDDC-11AE-A514-B8FE121E09B2}"/>
              </a:ext>
            </a:extLst>
          </p:cNvPr>
          <p:cNvSpPr txBox="1"/>
          <p:nvPr/>
        </p:nvSpPr>
        <p:spPr>
          <a:xfrm>
            <a:off x="10204802" y="6520543"/>
            <a:ext cx="960519" cy="215444"/>
          </a:xfrm>
          <a:prstGeom prst="rect">
            <a:avLst/>
          </a:prstGeom>
          <a:noFill/>
        </p:spPr>
        <p:txBody>
          <a:bodyPr wrap="none" rtlCol="0">
            <a:spAutoFit/>
          </a:bodyPr>
          <a:lstStyle/>
          <a:p>
            <a:r>
              <a:rPr lang="en-GB" sz="800" dirty="0"/>
              <a:t>* p &lt; .05, # p ≤ .07</a:t>
            </a:r>
          </a:p>
        </p:txBody>
      </p:sp>
      <p:sp>
        <p:nvSpPr>
          <p:cNvPr id="14" name="Rectangle 13">
            <a:extLst>
              <a:ext uri="{FF2B5EF4-FFF2-40B4-BE49-F238E27FC236}">
                <a16:creationId xmlns:a16="http://schemas.microsoft.com/office/drawing/2014/main" id="{1DEEAA68-1894-742C-BFA2-0ACBB03621E3}"/>
              </a:ext>
            </a:extLst>
          </p:cNvPr>
          <p:cNvSpPr/>
          <p:nvPr/>
        </p:nvSpPr>
        <p:spPr>
          <a:xfrm>
            <a:off x="5091451" y="4064214"/>
            <a:ext cx="3047569" cy="2456329"/>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469725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exit"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p:bldP spid="1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1F157-7D41-14C2-A929-A7817C5E5763}"/>
              </a:ext>
            </a:extLst>
          </p:cNvPr>
          <p:cNvSpPr>
            <a:spLocks noGrp="1"/>
          </p:cNvSpPr>
          <p:nvPr>
            <p:ph type="title"/>
          </p:nvPr>
        </p:nvSpPr>
        <p:spPr>
          <a:xfrm>
            <a:off x="174811" y="123078"/>
            <a:ext cx="10515600" cy="1325563"/>
          </a:xfrm>
        </p:spPr>
        <p:txBody>
          <a:bodyPr>
            <a:normAutofit/>
          </a:bodyPr>
          <a:lstStyle/>
          <a:p>
            <a:r>
              <a:rPr lang="en-GB" sz="3600" dirty="0"/>
              <a:t>Clinical Transfer</a:t>
            </a:r>
          </a:p>
        </p:txBody>
      </p:sp>
      <p:pic>
        <p:nvPicPr>
          <p:cNvPr id="4" name="Graphic 34">
            <a:extLst>
              <a:ext uri="{FF2B5EF4-FFF2-40B4-BE49-F238E27FC236}">
                <a16:creationId xmlns:a16="http://schemas.microsoft.com/office/drawing/2014/main" id="{5B997B77-E2F8-817A-4386-F9C51F8D97D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86438" y="1241140"/>
            <a:ext cx="4389120" cy="4389120"/>
          </a:xfrm>
          <a:prstGeom prst="rect">
            <a:avLst/>
          </a:prstGeom>
        </p:spPr>
      </p:pic>
      <p:pic>
        <p:nvPicPr>
          <p:cNvPr id="5" name="Graphic 44">
            <a:extLst>
              <a:ext uri="{FF2B5EF4-FFF2-40B4-BE49-F238E27FC236}">
                <a16:creationId xmlns:a16="http://schemas.microsoft.com/office/drawing/2014/main" id="{777BFFB0-14AF-8966-9266-C648EC4F3BB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116443" y="1227740"/>
            <a:ext cx="4389120" cy="4389120"/>
          </a:xfrm>
          <a:prstGeom prst="rect">
            <a:avLst/>
          </a:prstGeom>
        </p:spPr>
      </p:pic>
    </p:spTree>
    <p:extLst>
      <p:ext uri="{BB962C8B-B14F-4D97-AF65-F5344CB8AC3E}">
        <p14:creationId xmlns:p14="http://schemas.microsoft.com/office/powerpoint/2010/main" val="337507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6B10D6-3ABE-8AA1-DDCC-F8A3E7F49D0E}"/>
              </a:ext>
            </a:extLst>
          </p:cNvPr>
          <p:cNvSpPr>
            <a:spLocks noGrp="1"/>
          </p:cNvSpPr>
          <p:nvPr>
            <p:ph type="title"/>
          </p:nvPr>
        </p:nvSpPr>
        <p:spPr>
          <a:xfrm>
            <a:off x="838200" y="2766218"/>
            <a:ext cx="10515600" cy="1325563"/>
          </a:xfrm>
        </p:spPr>
        <p:txBody>
          <a:bodyPr>
            <a:normAutofit/>
          </a:bodyPr>
          <a:lstStyle/>
          <a:p>
            <a:pPr algn="ctr"/>
            <a:r>
              <a:rPr lang="en-GB" sz="5400" b="1" dirty="0"/>
              <a:t>Discussion</a:t>
            </a:r>
          </a:p>
        </p:txBody>
      </p:sp>
    </p:spTree>
    <p:extLst>
      <p:ext uri="{BB962C8B-B14F-4D97-AF65-F5344CB8AC3E}">
        <p14:creationId xmlns:p14="http://schemas.microsoft.com/office/powerpoint/2010/main" val="38550446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289EF1-7F43-2FB4-BEA3-CDBA82C76303}"/>
              </a:ext>
            </a:extLst>
          </p:cNvPr>
          <p:cNvSpPr>
            <a:spLocks noGrp="1"/>
          </p:cNvSpPr>
          <p:nvPr>
            <p:ph type="title"/>
          </p:nvPr>
        </p:nvSpPr>
        <p:spPr>
          <a:xfrm>
            <a:off x="0" y="17204"/>
            <a:ext cx="10515600" cy="1325563"/>
          </a:xfrm>
        </p:spPr>
        <p:txBody>
          <a:bodyPr>
            <a:normAutofit/>
          </a:bodyPr>
          <a:lstStyle/>
          <a:p>
            <a:pPr algn="r"/>
            <a:r>
              <a:rPr lang="en-GB" sz="3600" dirty="0"/>
              <a:t>Summary 						Limitations</a:t>
            </a:r>
          </a:p>
        </p:txBody>
      </p:sp>
      <p:sp>
        <p:nvSpPr>
          <p:cNvPr id="3" name="Content Placeholder 2">
            <a:extLst>
              <a:ext uri="{FF2B5EF4-FFF2-40B4-BE49-F238E27FC236}">
                <a16:creationId xmlns:a16="http://schemas.microsoft.com/office/drawing/2014/main" id="{9B0E19EA-79E4-62C3-ABEA-5DD419FA8376}"/>
              </a:ext>
            </a:extLst>
          </p:cNvPr>
          <p:cNvSpPr>
            <a:spLocks noGrp="1"/>
          </p:cNvSpPr>
          <p:nvPr>
            <p:ph idx="1"/>
          </p:nvPr>
        </p:nvSpPr>
        <p:spPr>
          <a:xfrm>
            <a:off x="918883" y="1137118"/>
            <a:ext cx="3805518" cy="2083453"/>
          </a:xfrm>
        </p:spPr>
        <p:txBody>
          <a:bodyPr numCol="1">
            <a:normAutofit/>
          </a:bodyPr>
          <a:lstStyle/>
          <a:p>
            <a:pPr>
              <a:buFont typeface="Wingdings" panose="05000000000000000000" pitchFamily="2" charset="2"/>
              <a:buChar char="ü"/>
            </a:pPr>
            <a:r>
              <a:rPr lang="en-GB" sz="1600" dirty="0"/>
              <a:t>Blinding Effective</a:t>
            </a:r>
          </a:p>
          <a:p>
            <a:pPr>
              <a:buFont typeface="Wingdings" panose="05000000000000000000" pitchFamily="2" charset="2"/>
              <a:buChar char="ü"/>
            </a:pPr>
            <a:r>
              <a:rPr lang="en-GB" sz="1600" dirty="0"/>
              <a:t>Feasible</a:t>
            </a:r>
          </a:p>
          <a:p>
            <a:pPr>
              <a:buFont typeface="Wingdings" panose="05000000000000000000" pitchFamily="2" charset="2"/>
              <a:buChar char="ü"/>
            </a:pPr>
            <a:r>
              <a:rPr lang="en-GB" sz="1600" dirty="0"/>
              <a:t>Tolerable</a:t>
            </a:r>
          </a:p>
          <a:p>
            <a:pPr>
              <a:buFont typeface="Wingdings" panose="05000000000000000000" pitchFamily="2" charset="2"/>
              <a:buChar char="ü"/>
            </a:pPr>
            <a:r>
              <a:rPr lang="en-GB" sz="1600" dirty="0"/>
              <a:t>Online Effects</a:t>
            </a:r>
          </a:p>
          <a:p>
            <a:pPr>
              <a:buFont typeface="Wingdings" panose="05000000000000000000" pitchFamily="2" charset="2"/>
              <a:buChar char="ü"/>
            </a:pPr>
            <a:r>
              <a:rPr lang="en-GB" sz="1600" dirty="0"/>
              <a:t>Offline Effects</a:t>
            </a:r>
          </a:p>
          <a:p>
            <a:pPr>
              <a:buFont typeface="Wingdings" panose="05000000000000000000" pitchFamily="2" charset="2"/>
              <a:buChar char="ü"/>
            </a:pPr>
            <a:r>
              <a:rPr lang="en-GB" sz="1600" dirty="0"/>
              <a:t>Near Transfer (Network)</a:t>
            </a:r>
          </a:p>
        </p:txBody>
      </p:sp>
      <p:sp>
        <p:nvSpPr>
          <p:cNvPr id="6" name="TextBox 5">
            <a:extLst>
              <a:ext uri="{FF2B5EF4-FFF2-40B4-BE49-F238E27FC236}">
                <a16:creationId xmlns:a16="http://schemas.microsoft.com/office/drawing/2014/main" id="{FD63B2AD-76E7-7B70-C731-A315697365DA}"/>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7" name="TextBox 6">
            <a:extLst>
              <a:ext uri="{FF2B5EF4-FFF2-40B4-BE49-F238E27FC236}">
                <a16:creationId xmlns:a16="http://schemas.microsoft.com/office/drawing/2014/main" id="{BDF3DB2D-CE4D-1294-3569-88F37E073C29}"/>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sp>
        <p:nvSpPr>
          <p:cNvPr id="8" name="Content Placeholder 2">
            <a:extLst>
              <a:ext uri="{FF2B5EF4-FFF2-40B4-BE49-F238E27FC236}">
                <a16:creationId xmlns:a16="http://schemas.microsoft.com/office/drawing/2014/main" id="{DC01A5A4-C19F-05B0-F811-720B1E90C7C8}"/>
              </a:ext>
            </a:extLst>
          </p:cNvPr>
          <p:cNvSpPr txBox="1">
            <a:spLocks/>
          </p:cNvSpPr>
          <p:nvPr/>
        </p:nvSpPr>
        <p:spPr>
          <a:xfrm>
            <a:off x="8278907" y="1137118"/>
            <a:ext cx="3805518" cy="2083453"/>
          </a:xfrm>
          <a:prstGeom prst="rect">
            <a:avLst/>
          </a:prstGeom>
        </p:spPr>
        <p:txBody>
          <a:bodyPr vert="horz" lIns="91440" tIns="45720" rIns="91440" bIns="45720" numCol="1"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en-GB" sz="1600" dirty="0"/>
              <a:t>Low sample size</a:t>
            </a:r>
          </a:p>
          <a:p>
            <a:pPr>
              <a:buFont typeface="Wingdings" panose="05000000000000000000" pitchFamily="2" charset="2"/>
              <a:buChar char="Ø"/>
            </a:pPr>
            <a:r>
              <a:rPr lang="en-GB" sz="1600" dirty="0"/>
              <a:t>More room for stim individualization</a:t>
            </a:r>
          </a:p>
          <a:p>
            <a:pPr>
              <a:buFont typeface="Wingdings" panose="05000000000000000000" pitchFamily="2" charset="2"/>
              <a:buChar char="Ø"/>
            </a:pPr>
            <a:r>
              <a:rPr lang="en-GB" sz="1600" dirty="0"/>
              <a:t>Real-life transfer not assessed</a:t>
            </a:r>
          </a:p>
          <a:p>
            <a:pPr>
              <a:buFont typeface="Wingdings" panose="05000000000000000000" pitchFamily="2" charset="2"/>
              <a:buChar char="Ø"/>
            </a:pPr>
            <a:r>
              <a:rPr lang="en-GB" sz="1600" dirty="0"/>
              <a:t>Brain network effects not reported</a:t>
            </a:r>
          </a:p>
        </p:txBody>
      </p:sp>
      <p:cxnSp>
        <p:nvCxnSpPr>
          <p:cNvPr id="10" name="Straight Connector 9">
            <a:extLst>
              <a:ext uri="{FF2B5EF4-FFF2-40B4-BE49-F238E27FC236}">
                <a16:creationId xmlns:a16="http://schemas.microsoft.com/office/drawing/2014/main" id="{DEC07FA8-6031-0A20-F890-B4336B79ADC7}"/>
              </a:ext>
            </a:extLst>
          </p:cNvPr>
          <p:cNvCxnSpPr/>
          <p:nvPr/>
        </p:nvCxnSpPr>
        <p:spPr>
          <a:xfrm>
            <a:off x="647700" y="3728576"/>
            <a:ext cx="10651652" cy="0"/>
          </a:xfrm>
          <a:prstGeom prst="line">
            <a:avLst/>
          </a:prstGeom>
        </p:spPr>
        <p:style>
          <a:lnRef idx="2">
            <a:schemeClr val="dk1"/>
          </a:lnRef>
          <a:fillRef idx="0">
            <a:schemeClr val="dk1"/>
          </a:fillRef>
          <a:effectRef idx="1">
            <a:schemeClr val="dk1"/>
          </a:effectRef>
          <a:fontRef idx="minor">
            <a:schemeClr val="tx1"/>
          </a:fontRef>
        </p:style>
      </p:cxnSp>
      <p:sp>
        <p:nvSpPr>
          <p:cNvPr id="11" name="TextBox 10">
            <a:extLst>
              <a:ext uri="{FF2B5EF4-FFF2-40B4-BE49-F238E27FC236}">
                <a16:creationId xmlns:a16="http://schemas.microsoft.com/office/drawing/2014/main" id="{93C2B52E-DC74-F443-1AE9-C9A2266D7158}"/>
              </a:ext>
            </a:extLst>
          </p:cNvPr>
          <p:cNvSpPr txBox="1"/>
          <p:nvPr/>
        </p:nvSpPr>
        <p:spPr>
          <a:xfrm>
            <a:off x="4464784" y="3728576"/>
            <a:ext cx="2702984" cy="646331"/>
          </a:xfrm>
          <a:prstGeom prst="rect">
            <a:avLst/>
          </a:prstGeom>
          <a:noFill/>
        </p:spPr>
        <p:txBody>
          <a:bodyPr wrap="none" rtlCol="0">
            <a:spAutoFit/>
          </a:bodyPr>
          <a:lstStyle/>
          <a:p>
            <a:r>
              <a:rPr lang="en-GB" sz="3600" dirty="0"/>
              <a:t>Conclusions</a:t>
            </a:r>
          </a:p>
        </p:txBody>
      </p:sp>
      <p:sp>
        <p:nvSpPr>
          <p:cNvPr id="12" name="TextBox 11">
            <a:extLst>
              <a:ext uri="{FF2B5EF4-FFF2-40B4-BE49-F238E27FC236}">
                <a16:creationId xmlns:a16="http://schemas.microsoft.com/office/drawing/2014/main" id="{5FB434D2-720A-8ED9-ED42-B95CF2A2E0BA}"/>
              </a:ext>
            </a:extLst>
          </p:cNvPr>
          <p:cNvSpPr txBox="1"/>
          <p:nvPr/>
        </p:nvSpPr>
        <p:spPr>
          <a:xfrm>
            <a:off x="165722" y="4374907"/>
            <a:ext cx="12026278" cy="161582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GB" b="1" dirty="0"/>
              <a:t>Enhancement</a:t>
            </a:r>
            <a:r>
              <a:rPr lang="en-GB" dirty="0"/>
              <a:t>: Yes, we can increase effect sizes for the trained task, potentially for (near) transfer!</a:t>
            </a:r>
          </a:p>
          <a:p>
            <a:pPr marL="285750" indent="-285750">
              <a:lnSpc>
                <a:spcPct val="150000"/>
              </a:lnSpc>
              <a:buFont typeface="Arial" panose="020B0604020202020204" pitchFamily="34" charset="0"/>
              <a:buChar char="•"/>
            </a:pPr>
            <a:r>
              <a:rPr lang="en-GB" b="1" dirty="0"/>
              <a:t>Multi-Scale Effects: </a:t>
            </a:r>
            <a:r>
              <a:rPr lang="en-GB" dirty="0"/>
              <a:t>Strengthening the trained network through tDCS + cognitive training explains transfers.</a:t>
            </a:r>
          </a:p>
          <a:p>
            <a:pPr marL="285750" indent="-285750">
              <a:lnSpc>
                <a:spcPct val="150000"/>
              </a:lnSpc>
              <a:buFont typeface="Arial" panose="020B0604020202020204" pitchFamily="34" charset="0"/>
              <a:buChar char="•"/>
            </a:pPr>
            <a:r>
              <a:rPr lang="en-GB" b="1" dirty="0"/>
              <a:t>Limits of Transfer: </a:t>
            </a:r>
            <a:r>
              <a:rPr lang="en-GB" dirty="0"/>
              <a:t>Specific cognitive improvements might not transfer to clinical symptoms, daily life or quality of life.</a:t>
            </a:r>
          </a:p>
          <a:p>
            <a:pPr marL="285750" indent="-285750">
              <a:buFont typeface="Arial" panose="020B0604020202020204" pitchFamily="34" charset="0"/>
              <a:buChar char="•"/>
            </a:pPr>
            <a:endParaRPr lang="en-GB" dirty="0"/>
          </a:p>
        </p:txBody>
      </p:sp>
    </p:spTree>
    <p:extLst>
      <p:ext uri="{BB962C8B-B14F-4D97-AF65-F5344CB8AC3E}">
        <p14:creationId xmlns:p14="http://schemas.microsoft.com/office/powerpoint/2010/main" val="3782417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p:bldP spid="8" grpId="0"/>
      <p:bldP spid="11" grpId="0"/>
      <p:bldP spid="12"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795D0-FF50-3178-C6BB-D1F7D8099D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8A092F-73CA-B0B8-D067-4A416737D32F}"/>
              </a:ext>
            </a:extLst>
          </p:cNvPr>
          <p:cNvSpPr>
            <a:spLocks noGrp="1"/>
          </p:cNvSpPr>
          <p:nvPr>
            <p:ph type="title"/>
          </p:nvPr>
        </p:nvSpPr>
        <p:spPr>
          <a:xfrm>
            <a:off x="0" y="-279003"/>
            <a:ext cx="10515600" cy="1325563"/>
          </a:xfrm>
        </p:spPr>
        <p:txBody>
          <a:bodyPr>
            <a:normAutofit/>
          </a:bodyPr>
          <a:lstStyle/>
          <a:p>
            <a:r>
              <a:rPr lang="en-GB" sz="3600" dirty="0"/>
              <a:t>Improving Stimulation</a:t>
            </a:r>
          </a:p>
        </p:txBody>
      </p:sp>
      <p:sp>
        <p:nvSpPr>
          <p:cNvPr id="9" name="Textfeld 478">
            <a:extLst>
              <a:ext uri="{FF2B5EF4-FFF2-40B4-BE49-F238E27FC236}">
                <a16:creationId xmlns:a16="http://schemas.microsoft.com/office/drawing/2014/main" id="{080C533B-73F9-3E01-EF2C-4F9F85DBC740}"/>
              </a:ext>
            </a:extLst>
          </p:cNvPr>
          <p:cNvSpPr txBox="1"/>
          <p:nvPr/>
        </p:nvSpPr>
        <p:spPr>
          <a:xfrm>
            <a:off x="13237748" y="22040816"/>
            <a:ext cx="4623998" cy="400110"/>
          </a:xfrm>
          <a:prstGeom prst="rect">
            <a:avLst/>
          </a:prstGeom>
          <a:noFill/>
        </p:spPr>
        <p:txBody>
          <a:bodyPr wrap="square" rtlCol="0">
            <a:spAutoFit/>
          </a:bodyPr>
          <a:lstStyle/>
          <a:p>
            <a:endParaRPr lang="en-AU" sz="2000" i="1" dirty="0">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02B18515-331D-C573-363C-73FD6865C2F2}"/>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13" name="TextBox 12">
            <a:extLst>
              <a:ext uri="{FF2B5EF4-FFF2-40B4-BE49-F238E27FC236}">
                <a16:creationId xmlns:a16="http://schemas.microsoft.com/office/drawing/2014/main" id="{C68A8D4F-ADA0-BE4E-29B8-07147CDD81F2}"/>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sp>
        <p:nvSpPr>
          <p:cNvPr id="3" name="TextBox 2">
            <a:extLst>
              <a:ext uri="{FF2B5EF4-FFF2-40B4-BE49-F238E27FC236}">
                <a16:creationId xmlns:a16="http://schemas.microsoft.com/office/drawing/2014/main" id="{4D6C75A3-D2E5-2528-89B6-515E810F4CD0}"/>
              </a:ext>
            </a:extLst>
          </p:cNvPr>
          <p:cNvSpPr txBox="1"/>
          <p:nvPr/>
        </p:nvSpPr>
        <p:spPr>
          <a:xfrm>
            <a:off x="1359373" y="781650"/>
            <a:ext cx="1196161" cy="400110"/>
          </a:xfrm>
          <a:prstGeom prst="rect">
            <a:avLst/>
          </a:prstGeom>
          <a:noFill/>
        </p:spPr>
        <p:txBody>
          <a:bodyPr wrap="none" rtlCol="0">
            <a:spAutoFit/>
          </a:bodyPr>
          <a:lstStyle/>
          <a:p>
            <a:r>
              <a:rPr lang="en-GB" sz="2000" b="1" u="sng" dirty="0"/>
              <a:t>Modality</a:t>
            </a:r>
            <a:endParaRPr lang="en-GB" b="1" u="sng" dirty="0"/>
          </a:p>
        </p:txBody>
      </p:sp>
      <p:pic>
        <p:nvPicPr>
          <p:cNvPr id="1026" name="Picture 2" descr="Schematic representation of transcranial electric stimulations (tES). Upper panel: In the transcranial direct current stimulation (tDCS), the current is constantly delivered for a period of time (typically few minutes) either from the negative to positive polarity site (anodal stimulation) or in the other direction (cathodal stimulation). Middle panel: In the transcranial alternate current stimulation (tACS), the current is alternating at a specific frequency flowing from the cathode to the anode (anodal tACS) or in the other direction (cathodal tACS) and then flipping back and forth between electrodes. The current can be either sinusoidal (solid line) or squared (dotted line). Lower panel: The oscillatory tDCS (otDCS) is a combination of tDCS and tACS, in which the oscillatory current is coupled with a direct current, either positive (anodal otDCS) or negative (cathodal otDCS). Similar to tACS, the current can be sinusoidal or squared. Note that the slow oscillatory tDCS described in the review is an otDCS with a positive DC offset and a current oscillating at 0.75 Hz. Also note that another tES, namely random noise stimulation, is not reported here due to lack of studies using this technique with sleep. The figure is adapted from (Herrmann et al., 2013).">
            <a:extLst>
              <a:ext uri="{FF2B5EF4-FFF2-40B4-BE49-F238E27FC236}">
                <a16:creationId xmlns:a16="http://schemas.microsoft.com/office/drawing/2014/main" id="{4FB4AC7F-16BA-C410-EDF1-9D4D2464434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35695"/>
          <a:stretch/>
        </p:blipFill>
        <p:spPr bwMode="auto">
          <a:xfrm>
            <a:off x="334156" y="2390537"/>
            <a:ext cx="3171657" cy="265147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7E9851E-8109-E6A5-4BE3-593F3B0C024A}"/>
              </a:ext>
            </a:extLst>
          </p:cNvPr>
          <p:cNvSpPr txBox="1"/>
          <p:nvPr/>
        </p:nvSpPr>
        <p:spPr>
          <a:xfrm>
            <a:off x="2615199" y="5042016"/>
            <a:ext cx="947695" cy="215444"/>
          </a:xfrm>
          <a:prstGeom prst="rect">
            <a:avLst/>
          </a:prstGeom>
          <a:noFill/>
        </p:spPr>
        <p:txBody>
          <a:bodyPr wrap="none" rtlCol="0">
            <a:spAutoFit/>
          </a:bodyPr>
          <a:lstStyle/>
          <a:p>
            <a:r>
              <a:rPr lang="en-GB" sz="800" dirty="0"/>
              <a:t>Cellini et al. 2018</a:t>
            </a:r>
          </a:p>
        </p:txBody>
      </p:sp>
      <p:pic>
        <p:nvPicPr>
          <p:cNvPr id="6" name="Content Placeholder 5">
            <a:extLst>
              <a:ext uri="{FF2B5EF4-FFF2-40B4-BE49-F238E27FC236}">
                <a16:creationId xmlns:a16="http://schemas.microsoft.com/office/drawing/2014/main" id="{AEB73A29-776A-78EA-D5C4-E1648E5D40E5}"/>
              </a:ext>
            </a:extLst>
          </p:cNvPr>
          <p:cNvPicPr>
            <a:picLocks noGrp="1" noChangeAspect="1"/>
          </p:cNvPicPr>
          <p:nvPr>
            <p:ph idx="1"/>
          </p:nvPr>
        </p:nvPicPr>
        <p:blipFill>
          <a:blip r:embed="rId5"/>
          <a:stretch>
            <a:fillRect/>
          </a:stretch>
        </p:blipFill>
        <p:spPr>
          <a:xfrm>
            <a:off x="8184944" y="2303726"/>
            <a:ext cx="3647027" cy="2738290"/>
          </a:xfrm>
          <a:prstGeom prst="rect">
            <a:avLst/>
          </a:prstGeom>
          <a:ln>
            <a:noFill/>
          </a:ln>
        </p:spPr>
        <p:style>
          <a:lnRef idx="2">
            <a:schemeClr val="dk1"/>
          </a:lnRef>
          <a:fillRef idx="1">
            <a:schemeClr val="lt1"/>
          </a:fillRef>
          <a:effectRef idx="0">
            <a:schemeClr val="dk1"/>
          </a:effectRef>
          <a:fontRef idx="minor">
            <a:schemeClr val="dk1"/>
          </a:fontRef>
        </p:style>
      </p:pic>
      <p:sp>
        <p:nvSpPr>
          <p:cNvPr id="8" name="TextBox 7">
            <a:extLst>
              <a:ext uri="{FF2B5EF4-FFF2-40B4-BE49-F238E27FC236}">
                <a16:creationId xmlns:a16="http://schemas.microsoft.com/office/drawing/2014/main" id="{62851E49-74BC-DFF1-1EE2-F9A1FFEAF45C}"/>
              </a:ext>
            </a:extLst>
          </p:cNvPr>
          <p:cNvSpPr txBox="1"/>
          <p:nvPr/>
        </p:nvSpPr>
        <p:spPr>
          <a:xfrm>
            <a:off x="8688599" y="535429"/>
            <a:ext cx="1999522" cy="646331"/>
          </a:xfrm>
          <a:prstGeom prst="rect">
            <a:avLst/>
          </a:prstGeom>
          <a:noFill/>
        </p:spPr>
        <p:txBody>
          <a:bodyPr wrap="none" rtlCol="0">
            <a:spAutoFit/>
          </a:bodyPr>
          <a:lstStyle/>
          <a:p>
            <a:pPr algn="ctr"/>
            <a:r>
              <a:rPr lang="en-GB" b="1" u="sng" dirty="0"/>
              <a:t>State-dependent </a:t>
            </a:r>
            <a:br>
              <a:rPr lang="en-GB" b="1" u="sng" dirty="0"/>
            </a:br>
            <a:r>
              <a:rPr lang="en-GB" b="1" u="sng" dirty="0"/>
              <a:t>(closed-loop)</a:t>
            </a:r>
          </a:p>
        </p:txBody>
      </p:sp>
      <p:pic>
        <p:nvPicPr>
          <p:cNvPr id="21" name="Picture 20">
            <a:extLst>
              <a:ext uri="{FF2B5EF4-FFF2-40B4-BE49-F238E27FC236}">
                <a16:creationId xmlns:a16="http://schemas.microsoft.com/office/drawing/2014/main" id="{93FC89AE-F469-906E-BB4E-4C53D8E118DC}"/>
              </a:ext>
            </a:extLst>
          </p:cNvPr>
          <p:cNvPicPr>
            <a:picLocks noChangeAspect="1"/>
          </p:cNvPicPr>
          <p:nvPr/>
        </p:nvPicPr>
        <p:blipFill>
          <a:blip r:embed="rId6"/>
          <a:stretch>
            <a:fillRect/>
          </a:stretch>
        </p:blipFill>
        <p:spPr>
          <a:xfrm>
            <a:off x="4230750" y="4479065"/>
            <a:ext cx="3331062" cy="2224494"/>
          </a:xfrm>
          <a:prstGeom prst="rect">
            <a:avLst/>
          </a:prstGeom>
          <a:ln w="19050">
            <a:noFill/>
          </a:ln>
        </p:spPr>
      </p:pic>
      <p:sp>
        <p:nvSpPr>
          <p:cNvPr id="10" name="TextBox 9">
            <a:extLst>
              <a:ext uri="{FF2B5EF4-FFF2-40B4-BE49-F238E27FC236}">
                <a16:creationId xmlns:a16="http://schemas.microsoft.com/office/drawing/2014/main" id="{D5790676-ECC0-F2E0-E2E8-D560DA21FBF0}"/>
              </a:ext>
            </a:extLst>
          </p:cNvPr>
          <p:cNvSpPr txBox="1"/>
          <p:nvPr/>
        </p:nvSpPr>
        <p:spPr>
          <a:xfrm>
            <a:off x="4900098" y="758587"/>
            <a:ext cx="2124621" cy="400110"/>
          </a:xfrm>
          <a:prstGeom prst="rect">
            <a:avLst/>
          </a:prstGeom>
          <a:noFill/>
        </p:spPr>
        <p:txBody>
          <a:bodyPr wrap="none" rtlCol="0">
            <a:spAutoFit/>
          </a:bodyPr>
          <a:lstStyle/>
          <a:p>
            <a:r>
              <a:rPr lang="en-GB" sz="2000" b="1" u="sng" dirty="0"/>
              <a:t>Individualization</a:t>
            </a:r>
          </a:p>
        </p:txBody>
      </p:sp>
      <p:pic>
        <p:nvPicPr>
          <p:cNvPr id="11" name="VideoS7">
            <a:hlinkClick r:id="" action="ppaction://media"/>
            <a:extLst>
              <a:ext uri="{FF2B5EF4-FFF2-40B4-BE49-F238E27FC236}">
                <a16:creationId xmlns:a16="http://schemas.microsoft.com/office/drawing/2014/main" id="{08F5E96B-DD9F-BF79-1902-39E13E95181E}"/>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068000" y="1158697"/>
            <a:ext cx="3656561" cy="2738290"/>
          </a:xfrm>
          <a:prstGeom prst="rect">
            <a:avLst/>
          </a:prstGeom>
        </p:spPr>
      </p:pic>
      <p:sp>
        <p:nvSpPr>
          <p:cNvPr id="15" name="Rectangle 14">
            <a:extLst>
              <a:ext uri="{FF2B5EF4-FFF2-40B4-BE49-F238E27FC236}">
                <a16:creationId xmlns:a16="http://schemas.microsoft.com/office/drawing/2014/main" id="{58BB8508-E901-89F3-665A-52B6096F75AC}"/>
              </a:ext>
            </a:extLst>
          </p:cNvPr>
          <p:cNvSpPr/>
          <p:nvPr/>
        </p:nvSpPr>
        <p:spPr>
          <a:xfrm>
            <a:off x="4068000" y="1181760"/>
            <a:ext cx="3875850" cy="300924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CCC20773-42A2-5B3A-C6E6-3EA64A223149}"/>
              </a:ext>
            </a:extLst>
          </p:cNvPr>
          <p:cNvSpPr txBox="1"/>
          <p:nvPr/>
        </p:nvSpPr>
        <p:spPr>
          <a:xfrm>
            <a:off x="1295415" y="2023046"/>
            <a:ext cx="1263679" cy="369332"/>
          </a:xfrm>
          <a:prstGeom prst="rect">
            <a:avLst/>
          </a:prstGeom>
          <a:noFill/>
        </p:spPr>
        <p:txBody>
          <a:bodyPr wrap="none" rtlCol="0">
            <a:spAutoFit/>
          </a:bodyPr>
          <a:lstStyle/>
          <a:p>
            <a:r>
              <a:rPr lang="en-GB" dirty="0"/>
              <a:t>Excitability</a:t>
            </a:r>
          </a:p>
        </p:txBody>
      </p:sp>
      <p:sp>
        <p:nvSpPr>
          <p:cNvPr id="17" name="TextBox 16">
            <a:extLst>
              <a:ext uri="{FF2B5EF4-FFF2-40B4-BE49-F238E27FC236}">
                <a16:creationId xmlns:a16="http://schemas.microsoft.com/office/drawing/2014/main" id="{2541E23D-D62A-9DA7-3AC8-134937227051}"/>
              </a:ext>
            </a:extLst>
          </p:cNvPr>
          <p:cNvSpPr txBox="1"/>
          <p:nvPr/>
        </p:nvSpPr>
        <p:spPr>
          <a:xfrm>
            <a:off x="1230219" y="5042016"/>
            <a:ext cx="1436612" cy="369332"/>
          </a:xfrm>
          <a:prstGeom prst="rect">
            <a:avLst/>
          </a:prstGeom>
          <a:noFill/>
        </p:spPr>
        <p:txBody>
          <a:bodyPr wrap="none" rtlCol="0">
            <a:spAutoFit/>
          </a:bodyPr>
          <a:lstStyle/>
          <a:p>
            <a:r>
              <a:rPr lang="en-GB" dirty="0"/>
              <a:t>Connectivity</a:t>
            </a:r>
          </a:p>
        </p:txBody>
      </p:sp>
    </p:spTree>
    <p:extLst>
      <p:ext uri="{BB962C8B-B14F-4D97-AF65-F5344CB8AC3E}">
        <p14:creationId xmlns:p14="http://schemas.microsoft.com/office/powerpoint/2010/main" val="36525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hidden"/>
                                      </p:to>
                                    </p:set>
                                  </p:childTnLst>
                                </p:cTn>
                              </p:par>
                            </p:childTnLst>
                          </p:cTn>
                        </p:par>
                      </p:childTnLst>
                    </p:cTn>
                  </p:par>
                  <p:par>
                    <p:cTn id="21" fill="hold">
                      <p:stCondLst>
                        <p:cond delay="indefinite"/>
                      </p:stCondLst>
                      <p:childTnLst>
                        <p:par>
                          <p:cTn id="22" fill="hold">
                            <p:stCondLst>
                              <p:cond delay="0"/>
                            </p:stCondLst>
                            <p:childTnLst>
                              <p:par>
                                <p:cTn id="23" presetID="1" presetClass="mediacall" presetSubtype="0" fill="hold" nodeType="clickEffect">
                                  <p:stCondLst>
                                    <p:cond delay="0"/>
                                  </p:stCondLst>
                                  <p:childTnLst>
                                    <p:cmd type="call" cmd="playFrom(0.0)">
                                      <p:cBhvr>
                                        <p:cTn id="24" dur="22250" fill="hold"/>
                                        <p:tgtEl>
                                          <p:spTgt spid="11"/>
                                        </p:tgtEl>
                                      </p:cBhvr>
                                    </p:cmd>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seq concurrent="1" nextAc="seek">
              <p:cTn id="31" restart="whenNotActive" fill="hold" evtFilter="cancelBubble" nodeType="interactiveSeq">
                <p:stCondLst>
                  <p:cond evt="onClick" delay="0">
                    <p:tgtEl>
                      <p:spTgt spid="11"/>
                    </p:tgtEl>
                  </p:cond>
                </p:stCondLst>
                <p:endSync evt="end" delay="0">
                  <p:rtn val="all"/>
                </p:endSync>
                <p:childTnLst>
                  <p:par>
                    <p:cTn id="32" fill="hold">
                      <p:stCondLst>
                        <p:cond delay="0"/>
                      </p:stCondLst>
                      <p:childTnLst>
                        <p:par>
                          <p:cTn id="33" fill="hold">
                            <p:stCondLst>
                              <p:cond delay="0"/>
                            </p:stCondLst>
                            <p:childTnLst>
                              <p:par>
                                <p:cTn id="34" presetID="2" presetClass="mediacall" presetSubtype="0" fill="hold" nodeType="clickEffect">
                                  <p:stCondLst>
                                    <p:cond delay="0"/>
                                  </p:stCondLst>
                                  <p:childTnLst>
                                    <p:cmd type="call" cmd="togglePause">
                                      <p:cBhvr>
                                        <p:cTn id="35" dur="1" fill="hold"/>
                                        <p:tgtEl>
                                          <p:spTgt spid="11"/>
                                        </p:tgtEl>
                                      </p:cBhvr>
                                    </p:cmd>
                                  </p:childTnLst>
                                </p:cTn>
                              </p:par>
                            </p:childTnLst>
                          </p:cTn>
                        </p:par>
                      </p:childTnLst>
                    </p:cTn>
                  </p:par>
                </p:childTnLst>
              </p:cTn>
              <p:nextCondLst>
                <p:cond evt="onClick" delay="0">
                  <p:tgtEl>
                    <p:spTgt spid="11"/>
                  </p:tgtEl>
                </p:cond>
              </p:nextCondLst>
            </p:seq>
            <p:video>
              <p:cMediaNode vol="80000">
                <p:cTn id="36" fill="hold" display="0">
                  <p:stCondLst>
                    <p:cond delay="indefinite"/>
                  </p:stCondLst>
                </p:cTn>
                <p:tgtEl>
                  <p:spTgt spid="11"/>
                </p:tgtEl>
              </p:cMediaNode>
            </p:video>
          </p:childTnLst>
        </p:cTn>
      </p:par>
    </p:tnLst>
    <p:bldLst>
      <p:bldP spid="3" grpId="0"/>
      <p:bldP spid="7" grpId="0"/>
      <p:bldP spid="8" grpId="0"/>
      <p:bldP spid="10" grpId="0"/>
      <p:bldP spid="15"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C7498-F41F-7757-0374-F58D372363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DF3188-90F4-EB05-B231-7FD2DA29EC44}"/>
              </a:ext>
            </a:extLst>
          </p:cNvPr>
          <p:cNvSpPr>
            <a:spLocks noGrp="1"/>
          </p:cNvSpPr>
          <p:nvPr>
            <p:ph type="title"/>
          </p:nvPr>
        </p:nvSpPr>
        <p:spPr>
          <a:xfrm>
            <a:off x="0" y="-326628"/>
            <a:ext cx="10515600" cy="1325563"/>
          </a:xfrm>
        </p:spPr>
        <p:txBody>
          <a:bodyPr>
            <a:normAutofit/>
          </a:bodyPr>
          <a:lstStyle/>
          <a:p>
            <a:r>
              <a:rPr lang="en-GB" sz="3600" dirty="0"/>
              <a:t>Improving Cognitive Training</a:t>
            </a:r>
          </a:p>
        </p:txBody>
      </p:sp>
      <p:sp>
        <p:nvSpPr>
          <p:cNvPr id="9" name="Textfeld 478">
            <a:extLst>
              <a:ext uri="{FF2B5EF4-FFF2-40B4-BE49-F238E27FC236}">
                <a16:creationId xmlns:a16="http://schemas.microsoft.com/office/drawing/2014/main" id="{AF153721-0AED-55EB-6152-52208B19D400}"/>
              </a:ext>
            </a:extLst>
          </p:cNvPr>
          <p:cNvSpPr txBox="1"/>
          <p:nvPr/>
        </p:nvSpPr>
        <p:spPr>
          <a:xfrm>
            <a:off x="13237748" y="22040816"/>
            <a:ext cx="4623998" cy="400110"/>
          </a:xfrm>
          <a:prstGeom prst="rect">
            <a:avLst/>
          </a:prstGeom>
          <a:noFill/>
        </p:spPr>
        <p:txBody>
          <a:bodyPr wrap="square" rtlCol="0">
            <a:spAutoFit/>
          </a:bodyPr>
          <a:lstStyle/>
          <a:p>
            <a:endParaRPr lang="en-AU" sz="2000" i="1" dirty="0">
              <a:latin typeface="Calibri" panose="020F0502020204030204" pitchFamily="34" charset="0"/>
              <a:cs typeface="Calibri" panose="020F0502020204030204" pitchFamily="34" charset="0"/>
            </a:endParaRPr>
          </a:p>
        </p:txBody>
      </p:sp>
      <p:sp>
        <p:nvSpPr>
          <p:cNvPr id="25" name="TextBox 24">
            <a:extLst>
              <a:ext uri="{FF2B5EF4-FFF2-40B4-BE49-F238E27FC236}">
                <a16:creationId xmlns:a16="http://schemas.microsoft.com/office/drawing/2014/main" id="{FDD8AB85-26C8-5BEE-68BC-A3B9133F67D1}"/>
              </a:ext>
            </a:extLst>
          </p:cNvPr>
          <p:cNvSpPr txBox="1"/>
          <p:nvPr/>
        </p:nvSpPr>
        <p:spPr>
          <a:xfrm>
            <a:off x="911725" y="5868590"/>
            <a:ext cx="10614509" cy="400110"/>
          </a:xfrm>
          <a:prstGeom prst="rect">
            <a:avLst/>
          </a:prstGeom>
          <a:noFill/>
        </p:spPr>
        <p:txBody>
          <a:bodyPr wrap="none" rtlCol="0">
            <a:spAutoFit/>
          </a:bodyPr>
          <a:lstStyle/>
          <a:p>
            <a:r>
              <a:rPr lang="en-US" sz="2000" b="1" dirty="0"/>
              <a:t>A perfect intervention will target all scales with a diverse set </a:t>
            </a:r>
            <a:r>
              <a:rPr lang="en-US" sz="2000" b="1"/>
              <a:t>of individualized </a:t>
            </a:r>
            <a:r>
              <a:rPr lang="en-US" sz="2000" b="1" dirty="0"/>
              <a:t>treatments. </a:t>
            </a:r>
            <a:endParaRPr lang="en-GB" sz="2000" b="1" dirty="0"/>
          </a:p>
        </p:txBody>
      </p:sp>
      <p:pic>
        <p:nvPicPr>
          <p:cNvPr id="28" name="Picture 27" descr="A person wearing headphones and holding a game controller&#10;&#10;Description automatically generated">
            <a:extLst>
              <a:ext uri="{FF2B5EF4-FFF2-40B4-BE49-F238E27FC236}">
                <a16:creationId xmlns:a16="http://schemas.microsoft.com/office/drawing/2014/main" id="{CC16A556-2E18-5406-F2B5-54B9B6AC4A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6475" y="2153696"/>
            <a:ext cx="2120606" cy="2073122"/>
          </a:xfrm>
          <a:prstGeom prst="rect">
            <a:avLst/>
          </a:prstGeom>
        </p:spPr>
      </p:pic>
      <p:sp>
        <p:nvSpPr>
          <p:cNvPr id="12" name="TextBox 11">
            <a:extLst>
              <a:ext uri="{FF2B5EF4-FFF2-40B4-BE49-F238E27FC236}">
                <a16:creationId xmlns:a16="http://schemas.microsoft.com/office/drawing/2014/main" id="{F813EB99-C247-1F26-8948-2DADC66E4B6D}"/>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13" name="TextBox 12">
            <a:extLst>
              <a:ext uri="{FF2B5EF4-FFF2-40B4-BE49-F238E27FC236}">
                <a16:creationId xmlns:a16="http://schemas.microsoft.com/office/drawing/2014/main" id="{E560E28C-7220-1371-2CDD-BAE613CD9B04}"/>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sp>
        <p:nvSpPr>
          <p:cNvPr id="17" name="TextBox 16">
            <a:extLst>
              <a:ext uri="{FF2B5EF4-FFF2-40B4-BE49-F238E27FC236}">
                <a16:creationId xmlns:a16="http://schemas.microsoft.com/office/drawing/2014/main" id="{984A690C-F198-B335-B32B-6D0F1067336C}"/>
              </a:ext>
            </a:extLst>
          </p:cNvPr>
          <p:cNvSpPr txBox="1"/>
          <p:nvPr/>
        </p:nvSpPr>
        <p:spPr>
          <a:xfrm>
            <a:off x="897868" y="1105250"/>
            <a:ext cx="2143857" cy="400110"/>
          </a:xfrm>
          <a:prstGeom prst="rect">
            <a:avLst/>
          </a:prstGeom>
          <a:noFill/>
        </p:spPr>
        <p:txBody>
          <a:bodyPr wrap="none" rtlCol="0">
            <a:spAutoFit/>
          </a:bodyPr>
          <a:lstStyle/>
          <a:p>
            <a:r>
              <a:rPr lang="en-GB" sz="2000" b="1" u="sng" dirty="0"/>
              <a:t>Home-treatment</a:t>
            </a:r>
            <a:endParaRPr lang="en-GB" b="1" u="sng" dirty="0"/>
          </a:p>
        </p:txBody>
      </p:sp>
      <p:sp>
        <p:nvSpPr>
          <p:cNvPr id="18" name="TextBox 17">
            <a:extLst>
              <a:ext uri="{FF2B5EF4-FFF2-40B4-BE49-F238E27FC236}">
                <a16:creationId xmlns:a16="http://schemas.microsoft.com/office/drawing/2014/main" id="{32853BF2-1639-B54E-5DE9-3485D9F346BB}"/>
              </a:ext>
            </a:extLst>
          </p:cNvPr>
          <p:cNvSpPr txBox="1"/>
          <p:nvPr/>
        </p:nvSpPr>
        <p:spPr>
          <a:xfrm>
            <a:off x="5135011" y="1105250"/>
            <a:ext cx="1697388" cy="400110"/>
          </a:xfrm>
          <a:prstGeom prst="rect">
            <a:avLst/>
          </a:prstGeom>
          <a:noFill/>
        </p:spPr>
        <p:txBody>
          <a:bodyPr wrap="none" rtlCol="0">
            <a:spAutoFit/>
          </a:bodyPr>
          <a:lstStyle/>
          <a:p>
            <a:r>
              <a:rPr lang="en-GB" sz="2000" b="1" u="sng" dirty="0"/>
              <a:t>Gamification</a:t>
            </a:r>
            <a:endParaRPr lang="en-GB" b="1" u="sng" dirty="0"/>
          </a:p>
        </p:txBody>
      </p:sp>
      <p:sp>
        <p:nvSpPr>
          <p:cNvPr id="19" name="TextBox 18">
            <a:extLst>
              <a:ext uri="{FF2B5EF4-FFF2-40B4-BE49-F238E27FC236}">
                <a16:creationId xmlns:a16="http://schemas.microsoft.com/office/drawing/2014/main" id="{9596AF10-7D5C-30F4-7B72-99B1ADA04114}"/>
              </a:ext>
            </a:extLst>
          </p:cNvPr>
          <p:cNvSpPr txBox="1"/>
          <p:nvPr/>
        </p:nvSpPr>
        <p:spPr>
          <a:xfrm>
            <a:off x="8925684" y="1105250"/>
            <a:ext cx="1437509" cy="369332"/>
          </a:xfrm>
          <a:prstGeom prst="rect">
            <a:avLst/>
          </a:prstGeom>
          <a:noFill/>
        </p:spPr>
        <p:txBody>
          <a:bodyPr wrap="none" rtlCol="0">
            <a:spAutoFit/>
          </a:bodyPr>
          <a:lstStyle/>
          <a:p>
            <a:r>
              <a:rPr lang="en-GB" b="1" u="sng" dirty="0"/>
              <a:t>Mix of Tasks</a:t>
            </a:r>
          </a:p>
        </p:txBody>
      </p:sp>
      <p:pic>
        <p:nvPicPr>
          <p:cNvPr id="2050" name="Picture 2" descr="Super Mario GIFs | Tenor">
            <a:extLst>
              <a:ext uri="{FF2B5EF4-FFF2-40B4-BE49-F238E27FC236}">
                <a16:creationId xmlns:a16="http://schemas.microsoft.com/office/drawing/2014/main" id="{BE4A96D5-03E8-B2F9-AE1D-1B52360788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4654" y="2321818"/>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Brain Network Interactions Organized Into Fractals">
            <a:extLst>
              <a:ext uri="{FF2B5EF4-FFF2-40B4-BE49-F238E27FC236}">
                <a16:creationId xmlns:a16="http://schemas.microsoft.com/office/drawing/2014/main" id="{07A9600E-EA4E-4D9E-B0CD-24B7EB4E352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9604" t="15997"/>
          <a:stretch/>
        </p:blipFill>
        <p:spPr bwMode="auto">
          <a:xfrm>
            <a:off x="9143535" y="3766629"/>
            <a:ext cx="1372065" cy="19050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E8B5DC4-2239-FFF4-511B-F41F118A8E50}"/>
              </a:ext>
            </a:extLst>
          </p:cNvPr>
          <p:cNvSpPr txBox="1"/>
          <p:nvPr/>
        </p:nvSpPr>
        <p:spPr>
          <a:xfrm>
            <a:off x="4462409" y="6554820"/>
            <a:ext cx="2329484" cy="215444"/>
          </a:xfrm>
          <a:prstGeom prst="rect">
            <a:avLst/>
          </a:prstGeom>
          <a:noFill/>
        </p:spPr>
        <p:txBody>
          <a:bodyPr wrap="none" rtlCol="0">
            <a:spAutoFit/>
          </a:bodyPr>
          <a:lstStyle/>
          <a:p>
            <a:r>
              <a:rPr lang="en-GB" sz="800" dirty="0"/>
              <a:t>ChatGPT; Tenor; Dribbble.com; Owen et al. 2021</a:t>
            </a:r>
          </a:p>
        </p:txBody>
      </p:sp>
      <p:pic>
        <p:nvPicPr>
          <p:cNvPr id="2054" name="Picture 6" descr="Fitness App Animation [gif] by Roman Scherbyna for Untime Studio on Dribbble">
            <a:extLst>
              <a:ext uri="{FF2B5EF4-FFF2-40B4-BE49-F238E27FC236}">
                <a16:creationId xmlns:a16="http://schemas.microsoft.com/office/drawing/2014/main" id="{F187351B-50EF-51C3-5668-32C18F4147F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43130" y="1505360"/>
            <a:ext cx="2802615" cy="21019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001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5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5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17" grpId="0"/>
      <p:bldP spid="18" grpId="0"/>
      <p:bldP spid="19" grpId="0"/>
      <p:bldP spid="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LVR -Klinikum Düsseldorf, Institutsambulanz, Abteilung für Kinder- und  Jugendpsychiatrie, Psychosomatik und Psychotherapie, Klinik in Düsseldorf">
            <a:extLst>
              <a:ext uri="{FF2B5EF4-FFF2-40B4-BE49-F238E27FC236}">
                <a16:creationId xmlns:a16="http://schemas.microsoft.com/office/drawing/2014/main" id="{1E32ECBA-99D1-9783-5EC7-C86562620F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63939" y="862699"/>
            <a:ext cx="2238375" cy="223837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26550A0-7D42-CBDE-5633-B46C56960368}"/>
              </a:ext>
            </a:extLst>
          </p:cNvPr>
          <p:cNvSpPr>
            <a:spLocks noGrp="1"/>
          </p:cNvSpPr>
          <p:nvPr>
            <p:ph type="title"/>
          </p:nvPr>
        </p:nvSpPr>
        <p:spPr>
          <a:xfrm>
            <a:off x="65315" y="106326"/>
            <a:ext cx="10515600" cy="1325563"/>
          </a:xfrm>
        </p:spPr>
        <p:txBody>
          <a:bodyPr>
            <a:normAutofit/>
          </a:bodyPr>
          <a:lstStyle/>
          <a:p>
            <a:r>
              <a:rPr lang="en-GB" sz="3600" b="1" dirty="0"/>
              <a:t>Teamwork</a:t>
            </a:r>
            <a:r>
              <a:rPr lang="en-GB" sz="3600" dirty="0"/>
              <a:t> </a:t>
            </a:r>
            <a:r>
              <a:rPr lang="en-GB" sz="1600" dirty="0"/>
              <a:t>makes the dream work</a:t>
            </a:r>
            <a:endParaRPr lang="en-GB" sz="3600" dirty="0"/>
          </a:p>
        </p:txBody>
      </p:sp>
      <p:sp>
        <p:nvSpPr>
          <p:cNvPr id="3" name="Content Placeholder 2">
            <a:extLst>
              <a:ext uri="{FF2B5EF4-FFF2-40B4-BE49-F238E27FC236}">
                <a16:creationId xmlns:a16="http://schemas.microsoft.com/office/drawing/2014/main" id="{D06DC28C-4A24-AD91-1445-3EBAE9BB7556}"/>
              </a:ext>
            </a:extLst>
          </p:cNvPr>
          <p:cNvSpPr>
            <a:spLocks noGrp="1"/>
          </p:cNvSpPr>
          <p:nvPr>
            <p:ph idx="1"/>
          </p:nvPr>
        </p:nvSpPr>
        <p:spPr>
          <a:xfrm>
            <a:off x="191561" y="1358725"/>
            <a:ext cx="1981183" cy="4351338"/>
          </a:xfrm>
        </p:spPr>
        <p:txBody>
          <a:bodyPr numCol="1">
            <a:normAutofit lnSpcReduction="10000"/>
          </a:bodyPr>
          <a:lstStyle/>
          <a:p>
            <a:pPr marL="0" indent="0">
              <a:buNone/>
            </a:pPr>
            <a:r>
              <a:rPr lang="en-US" sz="1600" b="1" dirty="0"/>
              <a:t>Tübingen</a:t>
            </a:r>
          </a:p>
          <a:p>
            <a:pPr marL="0" indent="0">
              <a:buNone/>
            </a:pPr>
            <a:r>
              <a:rPr lang="en-US" sz="1400" dirty="0"/>
              <a:t>Christian Plewnia (PI)</a:t>
            </a:r>
          </a:p>
          <a:p>
            <a:pPr marL="0" indent="0">
              <a:buNone/>
            </a:pPr>
            <a:r>
              <a:rPr lang="en-US" sz="1400" dirty="0"/>
              <a:t>Ibrahim Hajiyev</a:t>
            </a:r>
          </a:p>
          <a:p>
            <a:pPr marL="0" indent="0">
              <a:buNone/>
            </a:pPr>
            <a:r>
              <a:rPr lang="en-US" sz="1400" dirty="0"/>
              <a:t>Simone Weller</a:t>
            </a:r>
          </a:p>
          <a:p>
            <a:pPr marL="0" indent="0">
              <a:buNone/>
            </a:pPr>
            <a:r>
              <a:rPr lang="en-US" sz="1400" dirty="0"/>
              <a:t>Katharina </a:t>
            </a:r>
            <a:r>
              <a:rPr lang="en-US" sz="1400" dirty="0" err="1"/>
              <a:t>Koppe</a:t>
            </a:r>
            <a:endParaRPr lang="en-US" sz="1400" dirty="0"/>
          </a:p>
          <a:p>
            <a:pPr marL="0" indent="0">
              <a:buNone/>
            </a:pPr>
            <a:endParaRPr lang="en-US" sz="1600" dirty="0"/>
          </a:p>
          <a:p>
            <a:pPr marL="0" indent="0">
              <a:buNone/>
            </a:pPr>
            <a:r>
              <a:rPr lang="en-US" sz="1600" b="1" dirty="0"/>
              <a:t>Düsseldorf</a:t>
            </a:r>
          </a:p>
          <a:p>
            <a:pPr marL="0" indent="0">
              <a:buNone/>
            </a:pPr>
            <a:r>
              <a:rPr lang="en-US" sz="1400" dirty="0"/>
              <a:t>Daniel Kamp (PI)</a:t>
            </a:r>
          </a:p>
          <a:p>
            <a:pPr marL="0" indent="0">
              <a:buNone/>
            </a:pPr>
            <a:r>
              <a:rPr lang="en-US" sz="1400" dirty="0"/>
              <a:t>Aylin </a:t>
            </a:r>
            <a:r>
              <a:rPr lang="en-US" sz="1400" dirty="0" err="1"/>
              <a:t>Utlu</a:t>
            </a:r>
            <a:endParaRPr lang="en-US" sz="1400" dirty="0"/>
          </a:p>
          <a:p>
            <a:pPr marL="0" indent="0">
              <a:buNone/>
            </a:pPr>
            <a:endParaRPr lang="en-US" sz="1600" dirty="0"/>
          </a:p>
          <a:p>
            <a:pPr marL="0" indent="0">
              <a:buNone/>
            </a:pPr>
            <a:r>
              <a:rPr lang="en-US" sz="1600" b="1" dirty="0"/>
              <a:t>Chapel Hill</a:t>
            </a:r>
          </a:p>
          <a:p>
            <a:pPr marL="0" indent="0">
              <a:buNone/>
            </a:pPr>
            <a:r>
              <a:rPr lang="en-US" sz="1400" dirty="0"/>
              <a:t>Flavio Frohlich (PI)</a:t>
            </a:r>
          </a:p>
          <a:p>
            <a:pPr marL="0" indent="0">
              <a:buNone/>
            </a:pPr>
            <a:r>
              <a:rPr lang="en-US" sz="1400" dirty="0"/>
              <a:t>Sanvi Korsapathy</a:t>
            </a:r>
          </a:p>
          <a:p>
            <a:pPr marL="0" indent="0">
              <a:buNone/>
            </a:pPr>
            <a:r>
              <a:rPr lang="en-US" sz="1400" dirty="0"/>
              <a:t>Jimin Park</a:t>
            </a:r>
            <a:endParaRPr lang="en-GB" sz="1400" dirty="0"/>
          </a:p>
        </p:txBody>
      </p:sp>
      <p:pic>
        <p:nvPicPr>
          <p:cNvPr id="6" name="Grafik 12">
            <a:extLst>
              <a:ext uri="{FF2B5EF4-FFF2-40B4-BE49-F238E27FC236}">
                <a16:creationId xmlns:a16="http://schemas.microsoft.com/office/drawing/2014/main" id="{8195BA8C-B6E6-DD26-111F-F96844EBF9D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824425" y="438551"/>
            <a:ext cx="3186490" cy="487775"/>
          </a:xfrm>
          <a:prstGeom prst="rect">
            <a:avLst/>
          </a:prstGeom>
        </p:spPr>
      </p:pic>
      <p:sp>
        <p:nvSpPr>
          <p:cNvPr id="8" name="TextBox 7">
            <a:extLst>
              <a:ext uri="{FF2B5EF4-FFF2-40B4-BE49-F238E27FC236}">
                <a16:creationId xmlns:a16="http://schemas.microsoft.com/office/drawing/2014/main" id="{44928434-848A-799D-4AA9-C303B876128B}"/>
              </a:ext>
            </a:extLst>
          </p:cNvPr>
          <p:cNvSpPr txBox="1"/>
          <p:nvPr/>
        </p:nvSpPr>
        <p:spPr>
          <a:xfrm flipH="1">
            <a:off x="191561" y="6574444"/>
            <a:ext cx="902132" cy="200055"/>
          </a:xfrm>
          <a:prstGeom prst="rect">
            <a:avLst/>
          </a:prstGeom>
          <a:noFill/>
        </p:spPr>
        <p:txBody>
          <a:bodyPr wrap="square" rtlCol="0">
            <a:spAutoFit/>
          </a:bodyPr>
          <a:lstStyle/>
          <a:p>
            <a:r>
              <a:rPr lang="en-GB" sz="700" dirty="0"/>
              <a:t>Tobias Schwippel</a:t>
            </a:r>
          </a:p>
        </p:txBody>
      </p:sp>
      <p:sp>
        <p:nvSpPr>
          <p:cNvPr id="9" name="TextBox 8">
            <a:extLst>
              <a:ext uri="{FF2B5EF4-FFF2-40B4-BE49-F238E27FC236}">
                <a16:creationId xmlns:a16="http://schemas.microsoft.com/office/drawing/2014/main" id="{A9DE566F-80BB-0F06-B7E8-0DE1AF1A0CB8}"/>
              </a:ext>
            </a:extLst>
          </p:cNvPr>
          <p:cNvSpPr txBox="1"/>
          <p:nvPr/>
        </p:nvSpPr>
        <p:spPr>
          <a:xfrm flipH="1">
            <a:off x="11375552" y="6570209"/>
            <a:ext cx="816447" cy="200055"/>
          </a:xfrm>
          <a:prstGeom prst="rect">
            <a:avLst/>
          </a:prstGeom>
          <a:noFill/>
        </p:spPr>
        <p:txBody>
          <a:bodyPr wrap="square" rtlCol="0">
            <a:spAutoFit/>
          </a:bodyPr>
          <a:lstStyle/>
          <a:p>
            <a:r>
              <a:rPr lang="en-GB" sz="700" dirty="0"/>
              <a:t>DGPPN 2024</a:t>
            </a:r>
          </a:p>
        </p:txBody>
      </p:sp>
      <p:grpSp>
        <p:nvGrpSpPr>
          <p:cNvPr id="14" name="Group 13">
            <a:extLst>
              <a:ext uri="{FF2B5EF4-FFF2-40B4-BE49-F238E27FC236}">
                <a16:creationId xmlns:a16="http://schemas.microsoft.com/office/drawing/2014/main" id="{4668778D-6750-6AA1-616E-9BAE84C3C0D4}"/>
              </a:ext>
            </a:extLst>
          </p:cNvPr>
          <p:cNvGrpSpPr/>
          <p:nvPr/>
        </p:nvGrpSpPr>
        <p:grpSpPr>
          <a:xfrm>
            <a:off x="7565349" y="4248617"/>
            <a:ext cx="4626650" cy="1104974"/>
            <a:chOff x="7521388" y="5100347"/>
            <a:chExt cx="4626650" cy="1104974"/>
          </a:xfrm>
        </p:grpSpPr>
        <p:sp>
          <p:nvSpPr>
            <p:cNvPr id="10" name="TextBox 9">
              <a:extLst>
                <a:ext uri="{FF2B5EF4-FFF2-40B4-BE49-F238E27FC236}">
                  <a16:creationId xmlns:a16="http://schemas.microsoft.com/office/drawing/2014/main" id="{3888AD3C-577E-60D4-2A9F-1A71CB992957}"/>
                </a:ext>
              </a:extLst>
            </p:cNvPr>
            <p:cNvSpPr txBox="1"/>
            <p:nvPr/>
          </p:nvSpPr>
          <p:spPr>
            <a:xfrm>
              <a:off x="7521388" y="5100347"/>
              <a:ext cx="1023485" cy="369332"/>
            </a:xfrm>
            <a:prstGeom prst="rect">
              <a:avLst/>
            </a:prstGeom>
            <a:noFill/>
          </p:spPr>
          <p:txBody>
            <a:bodyPr wrap="none" rtlCol="0">
              <a:spAutoFit/>
            </a:bodyPr>
            <a:lstStyle/>
            <a:p>
              <a:r>
                <a:rPr lang="en-GB" b="1" dirty="0"/>
                <a:t>Funding</a:t>
              </a:r>
            </a:p>
          </p:txBody>
        </p:sp>
        <p:sp>
          <p:nvSpPr>
            <p:cNvPr id="12" name="TextBox 11">
              <a:extLst>
                <a:ext uri="{FF2B5EF4-FFF2-40B4-BE49-F238E27FC236}">
                  <a16:creationId xmlns:a16="http://schemas.microsoft.com/office/drawing/2014/main" id="{AB27F210-9B86-1765-9A9F-38F322D9BA03}"/>
                </a:ext>
              </a:extLst>
            </p:cNvPr>
            <p:cNvSpPr txBox="1"/>
            <p:nvPr/>
          </p:nvSpPr>
          <p:spPr>
            <a:xfrm>
              <a:off x="7521388" y="5466657"/>
              <a:ext cx="3262467" cy="738664"/>
            </a:xfrm>
            <a:prstGeom prst="rect">
              <a:avLst/>
            </a:prstGeom>
            <a:noFill/>
          </p:spPr>
          <p:txBody>
            <a:bodyPr wrap="square">
              <a:spAutoFit/>
            </a:bodyPr>
            <a:lstStyle/>
            <a:p>
              <a:r>
                <a:rPr lang="en-US" sz="1400" dirty="0">
                  <a:latin typeface="Aptos" panose="020B0004020202020204" pitchFamily="34" charset="0"/>
                </a:rPr>
                <a:t>This work was supported by the German Federal Ministry of Education and Research (ESPRIT/FKZ 01EE1407H).</a:t>
              </a:r>
            </a:p>
          </p:txBody>
        </p:sp>
        <p:pic>
          <p:nvPicPr>
            <p:cNvPr id="13" name="Picture 12" descr="Federal Ministry of Education and Research (Germany) - Wikipedia">
              <a:extLst>
                <a:ext uri="{FF2B5EF4-FFF2-40B4-BE49-F238E27FC236}">
                  <a16:creationId xmlns:a16="http://schemas.microsoft.com/office/drawing/2014/main" id="{1860B4C9-5875-AEFC-D5CA-A8F611A45D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83855" y="5285013"/>
              <a:ext cx="1364183" cy="919687"/>
            </a:xfrm>
            <a:prstGeom prst="rect">
              <a:avLst/>
            </a:prstGeom>
            <a:noFill/>
            <a:extLst>
              <a:ext uri="{909E8E84-426E-40DD-AFC4-6F175D3DCCD1}">
                <a14:hiddenFill xmlns:a14="http://schemas.microsoft.com/office/drawing/2010/main">
                  <a:solidFill>
                    <a:srgbClr val="FFFFFF"/>
                  </a:solidFill>
                </a14:hiddenFill>
              </a:ext>
            </a:extLst>
          </p:spPr>
        </p:pic>
      </p:grpSp>
      <p:pic>
        <p:nvPicPr>
          <p:cNvPr id="2052" name="Picture 4" descr="UNC Department of Psychiatry | Department of Psychiatry">
            <a:extLst>
              <a:ext uri="{FF2B5EF4-FFF2-40B4-BE49-F238E27FC236}">
                <a16:creationId xmlns:a16="http://schemas.microsoft.com/office/drawing/2014/main" id="{3B682A81-33BB-2FC0-0940-1917F005FB3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73401" y="2955104"/>
            <a:ext cx="3219450" cy="49504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6AE12B61-AB42-E8B5-FE1A-61F1FD72F69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77618" y="1431889"/>
            <a:ext cx="5089932" cy="3577113"/>
          </a:xfrm>
          <a:prstGeom prst="rect">
            <a:avLst/>
          </a:prstGeom>
          <a:solidFill>
            <a:srgbClr val="FFFFFF">
              <a:shade val="85000"/>
            </a:srgbClr>
          </a:solidFill>
          <a:ln w="190500" cap="rnd">
            <a:solidFill>
              <a:srgbClr val="FFFFFF"/>
            </a:solidFill>
          </a:ln>
          <a:effectLst>
            <a:outerShdw blurRad="36195" dist="12700" dir="11400000" algn="tl" rotWithShape="0">
              <a:srgbClr val="000000">
                <a:alpha val="33000"/>
              </a:srgbClr>
            </a:outerShdw>
          </a:effectLst>
          <a:scene3d>
            <a:camera prst="perspectiveContrastingLeftFacing">
              <a:rot lat="540000" lon="2100000" rev="0"/>
            </a:camera>
            <a:lightRig rig="soft" dir="t"/>
          </a:scene3d>
          <a:sp3d contourW="12700" prstMaterial="matte">
            <a:bevelT w="63500" h="50800"/>
            <a:contourClr>
              <a:srgbClr val="C0C0C0"/>
            </a:contourClr>
          </a:sp3d>
        </p:spPr>
      </p:pic>
      <p:sp>
        <p:nvSpPr>
          <p:cNvPr id="19" name="TextBox 18">
            <a:extLst>
              <a:ext uri="{FF2B5EF4-FFF2-40B4-BE49-F238E27FC236}">
                <a16:creationId xmlns:a16="http://schemas.microsoft.com/office/drawing/2014/main" id="{E2801544-B3F8-DE12-028F-B74E156B8629}"/>
              </a:ext>
            </a:extLst>
          </p:cNvPr>
          <p:cNvSpPr txBox="1"/>
          <p:nvPr/>
        </p:nvSpPr>
        <p:spPr>
          <a:xfrm>
            <a:off x="7607956" y="5671443"/>
            <a:ext cx="1961755" cy="800219"/>
          </a:xfrm>
          <a:prstGeom prst="rect">
            <a:avLst/>
          </a:prstGeom>
          <a:noFill/>
        </p:spPr>
        <p:txBody>
          <a:bodyPr wrap="none" rtlCol="0">
            <a:spAutoFit/>
          </a:bodyPr>
          <a:lstStyle/>
          <a:p>
            <a:r>
              <a:rPr lang="en-GB" b="1" dirty="0"/>
              <a:t>Contact</a:t>
            </a:r>
            <a:endParaRPr lang="en-GB" sz="1400" b="1" dirty="0"/>
          </a:p>
          <a:p>
            <a:r>
              <a:rPr lang="en-GB" sz="1400" dirty="0"/>
              <a:t>Tobias Schwippel</a:t>
            </a:r>
            <a:br>
              <a:rPr lang="en-GB" sz="1400" dirty="0"/>
            </a:br>
            <a:r>
              <a:rPr lang="en-GB" sz="1400" dirty="0"/>
              <a:t>schwippel@gmail.com</a:t>
            </a:r>
          </a:p>
        </p:txBody>
      </p:sp>
    </p:spTree>
    <p:extLst>
      <p:ext uri="{BB962C8B-B14F-4D97-AF65-F5344CB8AC3E}">
        <p14:creationId xmlns:p14="http://schemas.microsoft.com/office/powerpoint/2010/main" val="34109740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785</Words>
  <Application>Microsoft Office PowerPoint</Application>
  <PresentationFormat>Widescreen</PresentationFormat>
  <Paragraphs>189</Paragraphs>
  <Slides>18</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Aptos</vt:lpstr>
      <vt:lpstr>Aptos Display</vt:lpstr>
      <vt:lpstr>Arial</vt:lpstr>
      <vt:lpstr>Calibri</vt:lpstr>
      <vt:lpstr>Times New Roman</vt:lpstr>
      <vt:lpstr>Wingdings</vt:lpstr>
      <vt:lpstr>Office Theme</vt:lpstr>
      <vt:lpstr> </vt:lpstr>
      <vt:lpstr>Cognition in Schizophrenia</vt:lpstr>
      <vt:lpstr>Schizophrenia – A Multiscale Disorder</vt:lpstr>
      <vt:lpstr>Cognitive Training</vt:lpstr>
      <vt:lpstr>Adaptive Spatial n-back Training</vt:lpstr>
      <vt:lpstr>Transcranial Direct Current Stimulation (tDCS)</vt:lpstr>
      <vt:lpstr>Combination</vt:lpstr>
      <vt:lpstr>Study Design</vt:lpstr>
      <vt:lpstr>Results</vt:lpstr>
      <vt:lpstr>Online Effects</vt:lpstr>
      <vt:lpstr>Offline Effects</vt:lpstr>
      <vt:lpstr>Cognitive Transfer</vt:lpstr>
      <vt:lpstr>Clinical Transfer</vt:lpstr>
      <vt:lpstr>Discussion</vt:lpstr>
      <vt:lpstr>Summary       Limitations</vt:lpstr>
      <vt:lpstr>Improving Stimulation</vt:lpstr>
      <vt:lpstr>Improving Cognitive Training</vt:lpstr>
      <vt:lpstr>Teamwork makes the dream work</vt:lpstr>
    </vt:vector>
  </TitlesOfParts>
  <Company>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Tobias Schwippel</dc:creator>
  <cp:lastModifiedBy>Tobias Schwippel</cp:lastModifiedBy>
  <cp:revision>8</cp:revision>
  <dcterms:created xsi:type="dcterms:W3CDTF">2024-10-21T11:12:27Z</dcterms:created>
  <dcterms:modified xsi:type="dcterms:W3CDTF">2024-11-27T06:58:51Z</dcterms:modified>
</cp:coreProperties>
</file>